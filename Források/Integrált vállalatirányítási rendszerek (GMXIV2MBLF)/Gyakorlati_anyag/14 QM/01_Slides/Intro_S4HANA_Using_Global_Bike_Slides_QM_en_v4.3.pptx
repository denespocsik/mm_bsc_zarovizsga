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1"/>
  </p:notesMasterIdLst>
  <p:handoutMasterIdLst>
    <p:handoutMasterId r:id="rId32"/>
  </p:handoutMasterIdLst>
  <p:sldIdLst>
    <p:sldId id="411" r:id="rId2"/>
    <p:sldId id="410" r:id="rId3"/>
    <p:sldId id="363" r:id="rId4"/>
    <p:sldId id="364" r:id="rId5"/>
    <p:sldId id="413" r:id="rId6"/>
    <p:sldId id="412" r:id="rId7"/>
    <p:sldId id="369" r:id="rId8"/>
    <p:sldId id="416" r:id="rId9"/>
    <p:sldId id="414" r:id="rId10"/>
    <p:sldId id="415" r:id="rId11"/>
    <p:sldId id="417" r:id="rId12"/>
    <p:sldId id="374" r:id="rId13"/>
    <p:sldId id="375" r:id="rId14"/>
    <p:sldId id="418" r:id="rId15"/>
    <p:sldId id="376" r:id="rId16"/>
    <p:sldId id="377" r:id="rId17"/>
    <p:sldId id="420" r:id="rId18"/>
    <p:sldId id="421" r:id="rId19"/>
    <p:sldId id="422" r:id="rId20"/>
    <p:sldId id="419" r:id="rId21"/>
    <p:sldId id="430" r:id="rId22"/>
    <p:sldId id="423" r:id="rId23"/>
    <p:sldId id="424" r:id="rId24"/>
    <p:sldId id="425" r:id="rId25"/>
    <p:sldId id="433" r:id="rId26"/>
    <p:sldId id="434" r:id="rId27"/>
    <p:sldId id="431" r:id="rId28"/>
    <p:sldId id="429" r:id="rId29"/>
    <p:sldId id="436" r:id="rId30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Purk" initials="SP" lastIdx="12" clrIdx="0">
    <p:extLst>
      <p:ext uri="{19B8F6BF-5375-455C-9EA6-DF929625EA0E}">
        <p15:presenceInfo xmlns:p15="http://schemas.microsoft.com/office/powerpoint/2012/main" userId="S-1-5-21-1933774830-3509286480-953218692-1541" providerId="AD"/>
      </p:ext>
    </p:extLst>
  </p:cmAuthor>
  <p:cmAuthor id="2" name="Dent, Phillip" initials="DP" lastIdx="4" clrIdx="1">
    <p:extLst>
      <p:ext uri="{19B8F6BF-5375-455C-9EA6-DF929625EA0E}">
        <p15:presenceInfo xmlns:p15="http://schemas.microsoft.com/office/powerpoint/2012/main" userId="0c306e22-924d-4d2f-9b38-6bfb0b3c3bb0" providerId="Windows Live"/>
      </p:ext>
    </p:extLst>
  </p:cmAuthor>
  <p:cmAuthor id="3" name="Yeganeh Rashed" initials="YR" lastIdx="1" clrIdx="2">
    <p:extLst>
      <p:ext uri="{19B8F6BF-5375-455C-9EA6-DF929625EA0E}">
        <p15:presenceInfo xmlns:p15="http://schemas.microsoft.com/office/powerpoint/2012/main" userId="Yeganeh Rashe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3283"/>
    <a:srgbClr val="FF0000"/>
    <a:srgbClr val="666666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88" autoAdjust="0"/>
    <p:restoredTop sz="96289" autoAdjust="0"/>
  </p:normalViewPr>
  <p:slideViewPr>
    <p:cSldViewPr snapToGrid="0" showGuides="1">
      <p:cViewPr varScale="1">
        <p:scale>
          <a:sx n="79" d="100"/>
          <a:sy n="79" d="100"/>
        </p:scale>
        <p:origin x="96" y="1884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48ECBB-E735-4851-9712-EA0C7D716E3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DFA4F01-0988-4C28-A9D5-CAF5D6561D07}">
      <dgm:prSet phldrT="[Text]"/>
      <dgm:spPr/>
      <dgm:t>
        <a:bodyPr/>
        <a:lstStyle/>
        <a:p>
          <a:r>
            <a:rPr lang="en-US" dirty="0"/>
            <a:t>Quality Info. Record</a:t>
          </a:r>
        </a:p>
      </dgm:t>
    </dgm:pt>
    <dgm:pt modelId="{76BC3A10-3A97-4104-98D6-B218FF7A2652}" type="parTrans" cxnId="{82CBB8A8-FC0A-4AC5-AB1D-9D0B637334BF}">
      <dgm:prSet/>
      <dgm:spPr/>
      <dgm:t>
        <a:bodyPr/>
        <a:lstStyle/>
        <a:p>
          <a:endParaRPr lang="en-US"/>
        </a:p>
      </dgm:t>
    </dgm:pt>
    <dgm:pt modelId="{58735065-1290-4C81-B796-F0CD309F5583}" type="sibTrans" cxnId="{82CBB8A8-FC0A-4AC5-AB1D-9D0B637334BF}">
      <dgm:prSet/>
      <dgm:spPr/>
      <dgm:t>
        <a:bodyPr/>
        <a:lstStyle/>
        <a:p>
          <a:endParaRPr lang="en-US"/>
        </a:p>
      </dgm:t>
    </dgm:pt>
    <dgm:pt modelId="{19101B42-27DA-4CE3-A408-4D4F552D710D}">
      <dgm:prSet phldrT="[Text]"/>
      <dgm:spPr/>
      <dgm:t>
        <a:bodyPr/>
        <a:lstStyle/>
        <a:p>
          <a:r>
            <a:rPr lang="en-US" dirty="0"/>
            <a:t>Inspection Lot</a:t>
          </a:r>
        </a:p>
      </dgm:t>
    </dgm:pt>
    <dgm:pt modelId="{75597CD6-9B33-4836-BD41-F3B65402C756}" type="parTrans" cxnId="{399EC880-0B58-4495-9560-143A3843EE2A}">
      <dgm:prSet/>
      <dgm:spPr/>
      <dgm:t>
        <a:bodyPr/>
        <a:lstStyle/>
        <a:p>
          <a:endParaRPr lang="en-US"/>
        </a:p>
      </dgm:t>
    </dgm:pt>
    <dgm:pt modelId="{55561358-F1CF-4DCB-A791-AA31F256E2EC}" type="sibTrans" cxnId="{399EC880-0B58-4495-9560-143A3843EE2A}">
      <dgm:prSet/>
      <dgm:spPr/>
      <dgm:t>
        <a:bodyPr/>
        <a:lstStyle/>
        <a:p>
          <a:endParaRPr lang="en-US"/>
        </a:p>
      </dgm:t>
    </dgm:pt>
    <dgm:pt modelId="{375FD6BC-FA1E-4F21-97EC-D952F5988A24}">
      <dgm:prSet/>
      <dgm:spPr/>
      <dgm:t>
        <a:bodyPr/>
        <a:lstStyle/>
        <a:p>
          <a:r>
            <a:rPr lang="en-US" dirty="0"/>
            <a:t>Inspection Plan</a:t>
          </a:r>
        </a:p>
      </dgm:t>
    </dgm:pt>
    <dgm:pt modelId="{E286D294-A709-49CB-A529-4B070277C86C}" type="parTrans" cxnId="{749FB153-F16A-4B5D-A06F-8CAC9B03EE2D}">
      <dgm:prSet/>
      <dgm:spPr/>
      <dgm:t>
        <a:bodyPr/>
        <a:lstStyle/>
        <a:p>
          <a:endParaRPr lang="en-US"/>
        </a:p>
      </dgm:t>
    </dgm:pt>
    <dgm:pt modelId="{2090EC44-6A67-4533-B076-80C89931F2EB}" type="sibTrans" cxnId="{749FB153-F16A-4B5D-A06F-8CAC9B03EE2D}">
      <dgm:prSet/>
      <dgm:spPr/>
      <dgm:t>
        <a:bodyPr/>
        <a:lstStyle/>
        <a:p>
          <a:endParaRPr lang="en-US"/>
        </a:p>
      </dgm:t>
    </dgm:pt>
    <dgm:pt modelId="{AF29A505-7CA9-4638-988F-2B2DF120F74B}">
      <dgm:prSet/>
      <dgm:spPr/>
      <dgm:t>
        <a:bodyPr/>
        <a:lstStyle/>
        <a:p>
          <a:r>
            <a:rPr lang="en-US" dirty="0"/>
            <a:t>Perform Inspection</a:t>
          </a:r>
        </a:p>
      </dgm:t>
    </dgm:pt>
    <dgm:pt modelId="{143A8137-8D33-4CB9-9B53-353E84C78903}" type="parTrans" cxnId="{9A79DE24-B7D2-43B5-8D5E-3C1EF61BC833}">
      <dgm:prSet/>
      <dgm:spPr/>
      <dgm:t>
        <a:bodyPr/>
        <a:lstStyle/>
        <a:p>
          <a:endParaRPr lang="en-US"/>
        </a:p>
      </dgm:t>
    </dgm:pt>
    <dgm:pt modelId="{1C47027C-E117-448D-8A03-424CAB466C43}" type="sibTrans" cxnId="{9A79DE24-B7D2-43B5-8D5E-3C1EF61BC833}">
      <dgm:prSet/>
      <dgm:spPr/>
      <dgm:t>
        <a:bodyPr/>
        <a:lstStyle/>
        <a:p>
          <a:endParaRPr lang="en-US"/>
        </a:p>
      </dgm:t>
    </dgm:pt>
    <dgm:pt modelId="{30484CAC-DEBA-4747-9D6C-353C792361AF}">
      <dgm:prSet/>
      <dgm:spPr/>
      <dgm:t>
        <a:bodyPr/>
        <a:lstStyle/>
        <a:p>
          <a:r>
            <a:rPr lang="en-US" dirty="0"/>
            <a:t>Usage Decision </a:t>
          </a:r>
        </a:p>
      </dgm:t>
    </dgm:pt>
    <dgm:pt modelId="{F42A2B09-3654-4701-A65B-4339932E095D}" type="parTrans" cxnId="{B6B81522-4407-4077-8F21-9FE966C7EF52}">
      <dgm:prSet/>
      <dgm:spPr/>
    </dgm:pt>
    <dgm:pt modelId="{067D70B1-768A-4DFE-8CD6-ACEC74A841E5}" type="sibTrans" cxnId="{B6B81522-4407-4077-8F21-9FE966C7EF52}">
      <dgm:prSet/>
      <dgm:spPr/>
    </dgm:pt>
    <dgm:pt modelId="{0928B8AD-7B00-4F5A-A7BA-2C50A84F2F57}" type="pres">
      <dgm:prSet presAssocID="{9C48ECBB-E735-4851-9712-EA0C7D716E37}" presName="CompostProcess" presStyleCnt="0">
        <dgm:presLayoutVars>
          <dgm:dir/>
          <dgm:resizeHandles val="exact"/>
        </dgm:presLayoutVars>
      </dgm:prSet>
      <dgm:spPr/>
    </dgm:pt>
    <dgm:pt modelId="{3CE9359B-12B6-4248-B636-9E10BACB1191}" type="pres">
      <dgm:prSet presAssocID="{9C48ECBB-E735-4851-9712-EA0C7D716E37}" presName="arrow" presStyleLbl="bgShp" presStyleIdx="0" presStyleCnt="1"/>
      <dgm:spPr/>
    </dgm:pt>
    <dgm:pt modelId="{1D86444D-795F-4D17-893D-6C88A56E07A3}" type="pres">
      <dgm:prSet presAssocID="{9C48ECBB-E735-4851-9712-EA0C7D716E37}" presName="linearProcess" presStyleCnt="0"/>
      <dgm:spPr/>
    </dgm:pt>
    <dgm:pt modelId="{856FFBA0-2F4C-421B-BA57-FFFA26F57ADB}" type="pres">
      <dgm:prSet presAssocID="{5DFA4F01-0988-4C28-A9D5-CAF5D6561D07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32393EB-F8C4-464D-B365-DCC36A885F4A}" type="pres">
      <dgm:prSet presAssocID="{58735065-1290-4C81-B796-F0CD309F5583}" presName="sibTrans" presStyleCnt="0"/>
      <dgm:spPr/>
    </dgm:pt>
    <dgm:pt modelId="{1E43DA89-6B45-4981-9D74-3BF34A850732}" type="pres">
      <dgm:prSet presAssocID="{375FD6BC-FA1E-4F21-97EC-D952F5988A24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B86C944-2A42-4B26-ABD5-36F5D65BB56A}" type="pres">
      <dgm:prSet presAssocID="{2090EC44-6A67-4533-B076-80C89931F2EB}" presName="sibTrans" presStyleCnt="0"/>
      <dgm:spPr/>
    </dgm:pt>
    <dgm:pt modelId="{997329CE-79CC-4826-80E3-6B7259115F7C}" type="pres">
      <dgm:prSet presAssocID="{19101B42-27DA-4CE3-A408-4D4F552D710D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C99BFC-D11D-4613-942E-E22CA61A4E41}" type="pres">
      <dgm:prSet presAssocID="{55561358-F1CF-4DCB-A791-AA31F256E2EC}" presName="sibTrans" presStyleCnt="0"/>
      <dgm:spPr/>
    </dgm:pt>
    <dgm:pt modelId="{328EB667-6622-4414-ACC1-4EF0CD149AD2}" type="pres">
      <dgm:prSet presAssocID="{AF29A505-7CA9-4638-988F-2B2DF120F74B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5FB633C-8BC8-4751-AAD4-87F213338068}" type="pres">
      <dgm:prSet presAssocID="{1C47027C-E117-448D-8A03-424CAB466C43}" presName="sibTrans" presStyleCnt="0"/>
      <dgm:spPr/>
    </dgm:pt>
    <dgm:pt modelId="{CFEE804C-F1EB-45BE-8FD0-004746E566E4}" type="pres">
      <dgm:prSet presAssocID="{30484CAC-DEBA-4747-9D6C-353C792361AF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EF51BF7C-41FD-49B6-9C04-6529395FC4C7}" type="presOf" srcId="{375FD6BC-FA1E-4F21-97EC-D952F5988A24}" destId="{1E43DA89-6B45-4981-9D74-3BF34A850732}" srcOrd="0" destOrd="0" presId="urn:microsoft.com/office/officeart/2005/8/layout/hProcess9"/>
    <dgm:cxn modelId="{02E4E5E2-A463-4FAF-9B08-3255C4191AFE}" type="presOf" srcId="{9C48ECBB-E735-4851-9712-EA0C7D716E37}" destId="{0928B8AD-7B00-4F5A-A7BA-2C50A84F2F57}" srcOrd="0" destOrd="0" presId="urn:microsoft.com/office/officeart/2005/8/layout/hProcess9"/>
    <dgm:cxn modelId="{2E52D18E-B09D-4FC0-99D8-581EB7FDF426}" type="presOf" srcId="{5DFA4F01-0988-4C28-A9D5-CAF5D6561D07}" destId="{856FFBA0-2F4C-421B-BA57-FFFA26F57ADB}" srcOrd="0" destOrd="0" presId="urn:microsoft.com/office/officeart/2005/8/layout/hProcess9"/>
    <dgm:cxn modelId="{749FB153-F16A-4B5D-A06F-8CAC9B03EE2D}" srcId="{9C48ECBB-E735-4851-9712-EA0C7D716E37}" destId="{375FD6BC-FA1E-4F21-97EC-D952F5988A24}" srcOrd="1" destOrd="0" parTransId="{E286D294-A709-49CB-A529-4B070277C86C}" sibTransId="{2090EC44-6A67-4533-B076-80C89931F2EB}"/>
    <dgm:cxn modelId="{399EC880-0B58-4495-9560-143A3843EE2A}" srcId="{9C48ECBB-E735-4851-9712-EA0C7D716E37}" destId="{19101B42-27DA-4CE3-A408-4D4F552D710D}" srcOrd="2" destOrd="0" parTransId="{75597CD6-9B33-4836-BD41-F3B65402C756}" sibTransId="{55561358-F1CF-4DCB-A791-AA31F256E2EC}"/>
    <dgm:cxn modelId="{9A79DE24-B7D2-43B5-8D5E-3C1EF61BC833}" srcId="{9C48ECBB-E735-4851-9712-EA0C7D716E37}" destId="{AF29A505-7CA9-4638-988F-2B2DF120F74B}" srcOrd="3" destOrd="0" parTransId="{143A8137-8D33-4CB9-9B53-353E84C78903}" sibTransId="{1C47027C-E117-448D-8A03-424CAB466C43}"/>
    <dgm:cxn modelId="{4192645D-56B5-48DB-8F36-C783E13E9ED0}" type="presOf" srcId="{19101B42-27DA-4CE3-A408-4D4F552D710D}" destId="{997329CE-79CC-4826-80E3-6B7259115F7C}" srcOrd="0" destOrd="0" presId="urn:microsoft.com/office/officeart/2005/8/layout/hProcess9"/>
    <dgm:cxn modelId="{B6B81522-4407-4077-8F21-9FE966C7EF52}" srcId="{9C48ECBB-E735-4851-9712-EA0C7D716E37}" destId="{30484CAC-DEBA-4747-9D6C-353C792361AF}" srcOrd="4" destOrd="0" parTransId="{F42A2B09-3654-4701-A65B-4339932E095D}" sibTransId="{067D70B1-768A-4DFE-8CD6-ACEC74A841E5}"/>
    <dgm:cxn modelId="{82CBB8A8-FC0A-4AC5-AB1D-9D0B637334BF}" srcId="{9C48ECBB-E735-4851-9712-EA0C7D716E37}" destId="{5DFA4F01-0988-4C28-A9D5-CAF5D6561D07}" srcOrd="0" destOrd="0" parTransId="{76BC3A10-3A97-4104-98D6-B218FF7A2652}" sibTransId="{58735065-1290-4C81-B796-F0CD309F5583}"/>
    <dgm:cxn modelId="{A95B5276-498E-442C-B041-6924E47DFAFA}" type="presOf" srcId="{AF29A505-7CA9-4638-988F-2B2DF120F74B}" destId="{328EB667-6622-4414-ACC1-4EF0CD149AD2}" srcOrd="0" destOrd="0" presId="urn:microsoft.com/office/officeart/2005/8/layout/hProcess9"/>
    <dgm:cxn modelId="{1BEB5685-A087-40D5-B3DB-F9C712474B86}" type="presOf" srcId="{30484CAC-DEBA-4747-9D6C-353C792361AF}" destId="{CFEE804C-F1EB-45BE-8FD0-004746E566E4}" srcOrd="0" destOrd="0" presId="urn:microsoft.com/office/officeart/2005/8/layout/hProcess9"/>
    <dgm:cxn modelId="{A55F73E9-7B47-4196-BC52-D8DEB94882C3}" type="presParOf" srcId="{0928B8AD-7B00-4F5A-A7BA-2C50A84F2F57}" destId="{3CE9359B-12B6-4248-B636-9E10BACB1191}" srcOrd="0" destOrd="0" presId="urn:microsoft.com/office/officeart/2005/8/layout/hProcess9"/>
    <dgm:cxn modelId="{FA8B8363-2216-4FB2-92DF-7EC4ABC1161D}" type="presParOf" srcId="{0928B8AD-7B00-4F5A-A7BA-2C50A84F2F57}" destId="{1D86444D-795F-4D17-893D-6C88A56E07A3}" srcOrd="1" destOrd="0" presId="urn:microsoft.com/office/officeart/2005/8/layout/hProcess9"/>
    <dgm:cxn modelId="{96EFDE3E-1026-4F5C-BAF7-CAE8A37FCEA9}" type="presParOf" srcId="{1D86444D-795F-4D17-893D-6C88A56E07A3}" destId="{856FFBA0-2F4C-421B-BA57-FFFA26F57ADB}" srcOrd="0" destOrd="0" presId="urn:microsoft.com/office/officeart/2005/8/layout/hProcess9"/>
    <dgm:cxn modelId="{288EDDE4-2A28-4E38-A183-8186CBFA252C}" type="presParOf" srcId="{1D86444D-795F-4D17-893D-6C88A56E07A3}" destId="{032393EB-F8C4-464D-B365-DCC36A885F4A}" srcOrd="1" destOrd="0" presId="urn:microsoft.com/office/officeart/2005/8/layout/hProcess9"/>
    <dgm:cxn modelId="{0351C94A-394C-4BD5-BAF0-832E639C437E}" type="presParOf" srcId="{1D86444D-795F-4D17-893D-6C88A56E07A3}" destId="{1E43DA89-6B45-4981-9D74-3BF34A850732}" srcOrd="2" destOrd="0" presId="urn:microsoft.com/office/officeart/2005/8/layout/hProcess9"/>
    <dgm:cxn modelId="{10AF740C-6EC8-49E3-ABB4-05BD24F64274}" type="presParOf" srcId="{1D86444D-795F-4D17-893D-6C88A56E07A3}" destId="{5B86C944-2A42-4B26-ABD5-36F5D65BB56A}" srcOrd="3" destOrd="0" presId="urn:microsoft.com/office/officeart/2005/8/layout/hProcess9"/>
    <dgm:cxn modelId="{C9BAFB60-9902-44A5-9C20-C18DE5EF9B21}" type="presParOf" srcId="{1D86444D-795F-4D17-893D-6C88A56E07A3}" destId="{997329CE-79CC-4826-80E3-6B7259115F7C}" srcOrd="4" destOrd="0" presId="urn:microsoft.com/office/officeart/2005/8/layout/hProcess9"/>
    <dgm:cxn modelId="{E97A52C6-CB4D-474D-9436-EBC0BB65E94C}" type="presParOf" srcId="{1D86444D-795F-4D17-893D-6C88A56E07A3}" destId="{CCC99BFC-D11D-4613-942E-E22CA61A4E41}" srcOrd="5" destOrd="0" presId="urn:microsoft.com/office/officeart/2005/8/layout/hProcess9"/>
    <dgm:cxn modelId="{E457FE73-370B-49AD-A4FD-72378CF21279}" type="presParOf" srcId="{1D86444D-795F-4D17-893D-6C88A56E07A3}" destId="{328EB667-6622-4414-ACC1-4EF0CD149AD2}" srcOrd="6" destOrd="0" presId="urn:microsoft.com/office/officeart/2005/8/layout/hProcess9"/>
    <dgm:cxn modelId="{83889DDC-E352-4582-895C-1E75382FA631}" type="presParOf" srcId="{1D86444D-795F-4D17-893D-6C88A56E07A3}" destId="{95FB633C-8BC8-4751-AAD4-87F213338068}" srcOrd="7" destOrd="0" presId="urn:microsoft.com/office/officeart/2005/8/layout/hProcess9"/>
    <dgm:cxn modelId="{0A270103-CF9A-4BE5-8221-2FF7B4F14F05}" type="presParOf" srcId="{1D86444D-795F-4D17-893D-6C88A56E07A3}" destId="{CFEE804C-F1EB-45BE-8FD0-004746E566E4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48ECBB-E735-4851-9712-EA0C7D716E3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DFA4F01-0988-4C28-A9D5-CAF5D6561D07}">
      <dgm:prSet phldrT="[Text]"/>
      <dgm:spPr/>
      <dgm:t>
        <a:bodyPr/>
        <a:lstStyle/>
        <a:p>
          <a:r>
            <a:rPr lang="en-US" dirty="0"/>
            <a:t>Quality Info. Record</a:t>
          </a:r>
        </a:p>
      </dgm:t>
    </dgm:pt>
    <dgm:pt modelId="{76BC3A10-3A97-4104-98D6-B218FF7A2652}" type="parTrans" cxnId="{82CBB8A8-FC0A-4AC5-AB1D-9D0B637334BF}">
      <dgm:prSet/>
      <dgm:spPr/>
      <dgm:t>
        <a:bodyPr/>
        <a:lstStyle/>
        <a:p>
          <a:endParaRPr lang="en-US"/>
        </a:p>
      </dgm:t>
    </dgm:pt>
    <dgm:pt modelId="{58735065-1290-4C81-B796-F0CD309F5583}" type="sibTrans" cxnId="{82CBB8A8-FC0A-4AC5-AB1D-9D0B637334BF}">
      <dgm:prSet/>
      <dgm:spPr/>
      <dgm:t>
        <a:bodyPr/>
        <a:lstStyle/>
        <a:p>
          <a:endParaRPr lang="en-US"/>
        </a:p>
      </dgm:t>
    </dgm:pt>
    <dgm:pt modelId="{7275610F-B2DA-4B5C-8CC4-05A368C77639}">
      <dgm:prSet phldrT="[Text]"/>
      <dgm:spPr/>
      <dgm:t>
        <a:bodyPr/>
        <a:lstStyle/>
        <a:p>
          <a:r>
            <a:rPr lang="en-US" dirty="0"/>
            <a:t>Receiving Material </a:t>
          </a:r>
        </a:p>
      </dgm:t>
    </dgm:pt>
    <dgm:pt modelId="{DDC62B61-34F5-4A46-8FB3-5EDD619C0BD3}" type="parTrans" cxnId="{9663BEB8-6268-48E7-9FC9-1E97A9B6197B}">
      <dgm:prSet/>
      <dgm:spPr/>
      <dgm:t>
        <a:bodyPr/>
        <a:lstStyle/>
        <a:p>
          <a:endParaRPr lang="en-US"/>
        </a:p>
      </dgm:t>
    </dgm:pt>
    <dgm:pt modelId="{EC9FDC93-2927-43E5-814A-265AEFFE840E}" type="sibTrans" cxnId="{9663BEB8-6268-48E7-9FC9-1E97A9B6197B}">
      <dgm:prSet/>
      <dgm:spPr/>
      <dgm:t>
        <a:bodyPr/>
        <a:lstStyle/>
        <a:p>
          <a:endParaRPr lang="en-US"/>
        </a:p>
      </dgm:t>
    </dgm:pt>
    <dgm:pt modelId="{19101B42-27DA-4CE3-A408-4D4F552D710D}">
      <dgm:prSet phldrT="[Text]"/>
      <dgm:spPr/>
      <dgm:t>
        <a:bodyPr/>
        <a:lstStyle/>
        <a:p>
          <a:r>
            <a:rPr lang="en-US" dirty="0"/>
            <a:t>Inspection Lot</a:t>
          </a:r>
        </a:p>
      </dgm:t>
    </dgm:pt>
    <dgm:pt modelId="{75597CD6-9B33-4836-BD41-F3B65402C756}" type="parTrans" cxnId="{399EC880-0B58-4495-9560-143A3843EE2A}">
      <dgm:prSet/>
      <dgm:spPr/>
      <dgm:t>
        <a:bodyPr/>
        <a:lstStyle/>
        <a:p>
          <a:endParaRPr lang="en-US"/>
        </a:p>
      </dgm:t>
    </dgm:pt>
    <dgm:pt modelId="{55561358-F1CF-4DCB-A791-AA31F256E2EC}" type="sibTrans" cxnId="{399EC880-0B58-4495-9560-143A3843EE2A}">
      <dgm:prSet/>
      <dgm:spPr/>
      <dgm:t>
        <a:bodyPr/>
        <a:lstStyle/>
        <a:p>
          <a:endParaRPr lang="en-US"/>
        </a:p>
      </dgm:t>
    </dgm:pt>
    <dgm:pt modelId="{260E87E8-806A-4736-AFDC-B253308D5D3F}">
      <dgm:prSet/>
      <dgm:spPr/>
      <dgm:t>
        <a:bodyPr/>
        <a:lstStyle/>
        <a:p>
          <a:r>
            <a:rPr lang="en-US" dirty="0"/>
            <a:t>Purchase Order</a:t>
          </a:r>
        </a:p>
      </dgm:t>
    </dgm:pt>
    <dgm:pt modelId="{BC5543EF-1965-4D3A-A9EF-10B63EE99248}" type="parTrans" cxnId="{D85DD16D-6D90-466A-95C7-EDF7F44FE39E}">
      <dgm:prSet/>
      <dgm:spPr/>
      <dgm:t>
        <a:bodyPr/>
        <a:lstStyle/>
        <a:p>
          <a:endParaRPr lang="en-US"/>
        </a:p>
      </dgm:t>
    </dgm:pt>
    <dgm:pt modelId="{4B4DD500-48CD-48BD-9620-2DDA641498B2}" type="sibTrans" cxnId="{D85DD16D-6D90-466A-95C7-EDF7F44FE39E}">
      <dgm:prSet/>
      <dgm:spPr/>
      <dgm:t>
        <a:bodyPr/>
        <a:lstStyle/>
        <a:p>
          <a:endParaRPr lang="en-US"/>
        </a:p>
      </dgm:t>
    </dgm:pt>
    <dgm:pt modelId="{375FD6BC-FA1E-4F21-97EC-D952F5988A24}">
      <dgm:prSet/>
      <dgm:spPr/>
      <dgm:t>
        <a:bodyPr/>
        <a:lstStyle/>
        <a:p>
          <a:r>
            <a:rPr lang="en-US"/>
            <a:t>Inspection Plan</a:t>
          </a:r>
          <a:endParaRPr lang="en-US" dirty="0"/>
        </a:p>
      </dgm:t>
    </dgm:pt>
    <dgm:pt modelId="{E286D294-A709-49CB-A529-4B070277C86C}" type="parTrans" cxnId="{749FB153-F16A-4B5D-A06F-8CAC9B03EE2D}">
      <dgm:prSet/>
      <dgm:spPr/>
      <dgm:t>
        <a:bodyPr/>
        <a:lstStyle/>
        <a:p>
          <a:endParaRPr lang="en-US"/>
        </a:p>
      </dgm:t>
    </dgm:pt>
    <dgm:pt modelId="{2090EC44-6A67-4533-B076-80C89931F2EB}" type="sibTrans" cxnId="{749FB153-F16A-4B5D-A06F-8CAC9B03EE2D}">
      <dgm:prSet/>
      <dgm:spPr/>
      <dgm:t>
        <a:bodyPr/>
        <a:lstStyle/>
        <a:p>
          <a:endParaRPr lang="en-US"/>
        </a:p>
      </dgm:t>
    </dgm:pt>
    <dgm:pt modelId="{AF29A505-7CA9-4638-988F-2B2DF120F74B}">
      <dgm:prSet/>
      <dgm:spPr/>
      <dgm:t>
        <a:bodyPr/>
        <a:lstStyle/>
        <a:p>
          <a:r>
            <a:rPr lang="en-US" dirty="0"/>
            <a:t>Perform Inspection</a:t>
          </a:r>
        </a:p>
      </dgm:t>
    </dgm:pt>
    <dgm:pt modelId="{143A8137-8D33-4CB9-9B53-353E84C78903}" type="parTrans" cxnId="{9A79DE24-B7D2-43B5-8D5E-3C1EF61BC833}">
      <dgm:prSet/>
      <dgm:spPr/>
      <dgm:t>
        <a:bodyPr/>
        <a:lstStyle/>
        <a:p>
          <a:endParaRPr lang="en-US"/>
        </a:p>
      </dgm:t>
    </dgm:pt>
    <dgm:pt modelId="{1C47027C-E117-448D-8A03-424CAB466C43}" type="sibTrans" cxnId="{9A79DE24-B7D2-43B5-8D5E-3C1EF61BC833}">
      <dgm:prSet/>
      <dgm:spPr/>
      <dgm:t>
        <a:bodyPr/>
        <a:lstStyle/>
        <a:p>
          <a:endParaRPr lang="en-US"/>
        </a:p>
      </dgm:t>
    </dgm:pt>
    <dgm:pt modelId="{30484CAC-DEBA-4747-9D6C-353C792361AF}">
      <dgm:prSet/>
      <dgm:spPr/>
      <dgm:t>
        <a:bodyPr/>
        <a:lstStyle/>
        <a:p>
          <a:r>
            <a:rPr lang="en-US"/>
            <a:t>Usage Decision </a:t>
          </a:r>
        </a:p>
      </dgm:t>
    </dgm:pt>
    <dgm:pt modelId="{F42A2B09-3654-4701-A65B-4339932E095D}" type="parTrans" cxnId="{B6B81522-4407-4077-8F21-9FE966C7EF52}">
      <dgm:prSet/>
      <dgm:spPr/>
      <dgm:t>
        <a:bodyPr/>
        <a:lstStyle/>
        <a:p>
          <a:endParaRPr lang="en-US"/>
        </a:p>
      </dgm:t>
    </dgm:pt>
    <dgm:pt modelId="{067D70B1-768A-4DFE-8CD6-ACEC74A841E5}" type="sibTrans" cxnId="{B6B81522-4407-4077-8F21-9FE966C7EF52}">
      <dgm:prSet/>
      <dgm:spPr/>
      <dgm:t>
        <a:bodyPr/>
        <a:lstStyle/>
        <a:p>
          <a:endParaRPr lang="en-US"/>
        </a:p>
      </dgm:t>
    </dgm:pt>
    <dgm:pt modelId="{0928B8AD-7B00-4F5A-A7BA-2C50A84F2F57}" type="pres">
      <dgm:prSet presAssocID="{9C48ECBB-E735-4851-9712-EA0C7D716E37}" presName="CompostProcess" presStyleCnt="0">
        <dgm:presLayoutVars>
          <dgm:dir/>
          <dgm:resizeHandles val="exact"/>
        </dgm:presLayoutVars>
      </dgm:prSet>
      <dgm:spPr/>
    </dgm:pt>
    <dgm:pt modelId="{3CE9359B-12B6-4248-B636-9E10BACB1191}" type="pres">
      <dgm:prSet presAssocID="{9C48ECBB-E735-4851-9712-EA0C7D716E37}" presName="arrow" presStyleLbl="bgShp" presStyleIdx="0" presStyleCnt="1"/>
      <dgm:spPr/>
    </dgm:pt>
    <dgm:pt modelId="{1D86444D-795F-4D17-893D-6C88A56E07A3}" type="pres">
      <dgm:prSet presAssocID="{9C48ECBB-E735-4851-9712-EA0C7D716E37}" presName="linearProcess" presStyleCnt="0"/>
      <dgm:spPr/>
    </dgm:pt>
    <dgm:pt modelId="{856FFBA0-2F4C-421B-BA57-FFFA26F57ADB}" type="pres">
      <dgm:prSet presAssocID="{5DFA4F01-0988-4C28-A9D5-CAF5D6561D07}" presName="tex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32393EB-F8C4-464D-B365-DCC36A885F4A}" type="pres">
      <dgm:prSet presAssocID="{58735065-1290-4C81-B796-F0CD309F5583}" presName="sibTrans" presStyleCnt="0"/>
      <dgm:spPr/>
    </dgm:pt>
    <dgm:pt modelId="{1E43DA89-6B45-4981-9D74-3BF34A850732}" type="pres">
      <dgm:prSet presAssocID="{375FD6BC-FA1E-4F21-97EC-D952F5988A24}" presName="text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B86C944-2A42-4B26-ABD5-36F5D65BB56A}" type="pres">
      <dgm:prSet presAssocID="{2090EC44-6A67-4533-B076-80C89931F2EB}" presName="sibTrans" presStyleCnt="0"/>
      <dgm:spPr/>
    </dgm:pt>
    <dgm:pt modelId="{41BE0061-2665-4B12-89D1-F9E9C987D5FB}" type="pres">
      <dgm:prSet presAssocID="{260E87E8-806A-4736-AFDC-B253308D5D3F}" presName="text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FF54619-D19F-485E-B717-CAE20400A516}" type="pres">
      <dgm:prSet presAssocID="{4B4DD500-48CD-48BD-9620-2DDA641498B2}" presName="sibTrans" presStyleCnt="0"/>
      <dgm:spPr/>
    </dgm:pt>
    <dgm:pt modelId="{0895B11D-0D8D-42B0-B18B-7419AB0A608A}" type="pres">
      <dgm:prSet presAssocID="{7275610F-B2DA-4B5C-8CC4-05A368C77639}" presName="text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67AD44A-403F-44AF-90A2-46623C74AC77}" type="pres">
      <dgm:prSet presAssocID="{EC9FDC93-2927-43E5-814A-265AEFFE840E}" presName="sibTrans" presStyleCnt="0"/>
      <dgm:spPr/>
    </dgm:pt>
    <dgm:pt modelId="{997329CE-79CC-4826-80E3-6B7259115F7C}" type="pres">
      <dgm:prSet presAssocID="{19101B42-27DA-4CE3-A408-4D4F552D710D}" presName="text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CC99BFC-D11D-4613-942E-E22CA61A4E41}" type="pres">
      <dgm:prSet presAssocID="{55561358-F1CF-4DCB-A791-AA31F256E2EC}" presName="sibTrans" presStyleCnt="0"/>
      <dgm:spPr/>
    </dgm:pt>
    <dgm:pt modelId="{328EB667-6622-4414-ACC1-4EF0CD149AD2}" type="pres">
      <dgm:prSet presAssocID="{AF29A505-7CA9-4638-988F-2B2DF120F74B}" presName="text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5FB633C-8BC8-4751-AAD4-87F213338068}" type="pres">
      <dgm:prSet presAssocID="{1C47027C-E117-448D-8A03-424CAB466C43}" presName="sibTrans" presStyleCnt="0"/>
      <dgm:spPr/>
    </dgm:pt>
    <dgm:pt modelId="{CFEE804C-F1EB-45BE-8FD0-004746E566E4}" type="pres">
      <dgm:prSet presAssocID="{30484CAC-DEBA-4747-9D6C-353C792361AF}" presName="text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D66B1B06-D9A0-49E8-BE85-B88E1B97E13A}" type="presOf" srcId="{19101B42-27DA-4CE3-A408-4D4F552D710D}" destId="{997329CE-79CC-4826-80E3-6B7259115F7C}" srcOrd="0" destOrd="0" presId="urn:microsoft.com/office/officeart/2005/8/layout/hProcess9"/>
    <dgm:cxn modelId="{82CBB8A8-FC0A-4AC5-AB1D-9D0B637334BF}" srcId="{9C48ECBB-E735-4851-9712-EA0C7D716E37}" destId="{5DFA4F01-0988-4C28-A9D5-CAF5D6561D07}" srcOrd="0" destOrd="0" parTransId="{76BC3A10-3A97-4104-98D6-B218FF7A2652}" sibTransId="{58735065-1290-4C81-B796-F0CD309F5583}"/>
    <dgm:cxn modelId="{B6B81522-4407-4077-8F21-9FE966C7EF52}" srcId="{9C48ECBB-E735-4851-9712-EA0C7D716E37}" destId="{30484CAC-DEBA-4747-9D6C-353C792361AF}" srcOrd="6" destOrd="0" parTransId="{F42A2B09-3654-4701-A65B-4339932E095D}" sibTransId="{067D70B1-768A-4DFE-8CD6-ACEC74A841E5}"/>
    <dgm:cxn modelId="{9A79DE24-B7D2-43B5-8D5E-3C1EF61BC833}" srcId="{9C48ECBB-E735-4851-9712-EA0C7D716E37}" destId="{AF29A505-7CA9-4638-988F-2B2DF120F74B}" srcOrd="5" destOrd="0" parTransId="{143A8137-8D33-4CB9-9B53-353E84C78903}" sibTransId="{1C47027C-E117-448D-8A03-424CAB466C43}"/>
    <dgm:cxn modelId="{3DE47A28-8DF1-4E00-9530-FBBC6D88C369}" type="presOf" srcId="{375FD6BC-FA1E-4F21-97EC-D952F5988A24}" destId="{1E43DA89-6B45-4981-9D74-3BF34A850732}" srcOrd="0" destOrd="0" presId="urn:microsoft.com/office/officeart/2005/8/layout/hProcess9"/>
    <dgm:cxn modelId="{AD543FE9-A104-4F9A-A0BE-94763B0B8178}" type="presOf" srcId="{7275610F-B2DA-4B5C-8CC4-05A368C77639}" destId="{0895B11D-0D8D-42B0-B18B-7419AB0A608A}" srcOrd="0" destOrd="0" presId="urn:microsoft.com/office/officeart/2005/8/layout/hProcess9"/>
    <dgm:cxn modelId="{54383A65-F4E7-4FB9-A424-4F89EAF1AB47}" type="presOf" srcId="{5DFA4F01-0988-4C28-A9D5-CAF5D6561D07}" destId="{856FFBA0-2F4C-421B-BA57-FFFA26F57ADB}" srcOrd="0" destOrd="0" presId="urn:microsoft.com/office/officeart/2005/8/layout/hProcess9"/>
    <dgm:cxn modelId="{D85DD16D-6D90-466A-95C7-EDF7F44FE39E}" srcId="{9C48ECBB-E735-4851-9712-EA0C7D716E37}" destId="{260E87E8-806A-4736-AFDC-B253308D5D3F}" srcOrd="2" destOrd="0" parTransId="{BC5543EF-1965-4D3A-A9EF-10B63EE99248}" sibTransId="{4B4DD500-48CD-48BD-9620-2DDA641498B2}"/>
    <dgm:cxn modelId="{79EF7B3B-FDA7-4513-83B6-92F6628D1E0B}" type="presOf" srcId="{9C48ECBB-E735-4851-9712-EA0C7D716E37}" destId="{0928B8AD-7B00-4F5A-A7BA-2C50A84F2F57}" srcOrd="0" destOrd="0" presId="urn:microsoft.com/office/officeart/2005/8/layout/hProcess9"/>
    <dgm:cxn modelId="{CE1E93FD-C877-483B-9EB4-874080EA48C0}" type="presOf" srcId="{AF29A505-7CA9-4638-988F-2B2DF120F74B}" destId="{328EB667-6622-4414-ACC1-4EF0CD149AD2}" srcOrd="0" destOrd="0" presId="urn:microsoft.com/office/officeart/2005/8/layout/hProcess9"/>
    <dgm:cxn modelId="{144D5C98-9BA2-4118-8E7F-1E848E8EE487}" type="presOf" srcId="{30484CAC-DEBA-4747-9D6C-353C792361AF}" destId="{CFEE804C-F1EB-45BE-8FD0-004746E566E4}" srcOrd="0" destOrd="0" presId="urn:microsoft.com/office/officeart/2005/8/layout/hProcess9"/>
    <dgm:cxn modelId="{9663BEB8-6268-48E7-9FC9-1E97A9B6197B}" srcId="{9C48ECBB-E735-4851-9712-EA0C7D716E37}" destId="{7275610F-B2DA-4B5C-8CC4-05A368C77639}" srcOrd="3" destOrd="0" parTransId="{DDC62B61-34F5-4A46-8FB3-5EDD619C0BD3}" sibTransId="{EC9FDC93-2927-43E5-814A-265AEFFE840E}"/>
    <dgm:cxn modelId="{399EC880-0B58-4495-9560-143A3843EE2A}" srcId="{9C48ECBB-E735-4851-9712-EA0C7D716E37}" destId="{19101B42-27DA-4CE3-A408-4D4F552D710D}" srcOrd="4" destOrd="0" parTransId="{75597CD6-9B33-4836-BD41-F3B65402C756}" sibTransId="{55561358-F1CF-4DCB-A791-AA31F256E2EC}"/>
    <dgm:cxn modelId="{9A83A3A4-8AEB-4DA4-BE43-48162C660511}" type="presOf" srcId="{260E87E8-806A-4736-AFDC-B253308D5D3F}" destId="{41BE0061-2665-4B12-89D1-F9E9C987D5FB}" srcOrd="0" destOrd="0" presId="urn:microsoft.com/office/officeart/2005/8/layout/hProcess9"/>
    <dgm:cxn modelId="{749FB153-F16A-4B5D-A06F-8CAC9B03EE2D}" srcId="{9C48ECBB-E735-4851-9712-EA0C7D716E37}" destId="{375FD6BC-FA1E-4F21-97EC-D952F5988A24}" srcOrd="1" destOrd="0" parTransId="{E286D294-A709-49CB-A529-4B070277C86C}" sibTransId="{2090EC44-6A67-4533-B076-80C89931F2EB}"/>
    <dgm:cxn modelId="{29EBF522-7ED0-49E6-9AC3-E770741DEC19}" type="presParOf" srcId="{0928B8AD-7B00-4F5A-A7BA-2C50A84F2F57}" destId="{3CE9359B-12B6-4248-B636-9E10BACB1191}" srcOrd="0" destOrd="0" presId="urn:microsoft.com/office/officeart/2005/8/layout/hProcess9"/>
    <dgm:cxn modelId="{7A7F3CF9-D844-4A76-802A-FD6854BEE998}" type="presParOf" srcId="{0928B8AD-7B00-4F5A-A7BA-2C50A84F2F57}" destId="{1D86444D-795F-4D17-893D-6C88A56E07A3}" srcOrd="1" destOrd="0" presId="urn:microsoft.com/office/officeart/2005/8/layout/hProcess9"/>
    <dgm:cxn modelId="{5D4FAF00-E17D-423A-B133-B4CEDDA130F4}" type="presParOf" srcId="{1D86444D-795F-4D17-893D-6C88A56E07A3}" destId="{856FFBA0-2F4C-421B-BA57-FFFA26F57ADB}" srcOrd="0" destOrd="0" presId="urn:microsoft.com/office/officeart/2005/8/layout/hProcess9"/>
    <dgm:cxn modelId="{9014A565-EF53-4974-A000-B989A989D221}" type="presParOf" srcId="{1D86444D-795F-4D17-893D-6C88A56E07A3}" destId="{032393EB-F8C4-464D-B365-DCC36A885F4A}" srcOrd="1" destOrd="0" presId="urn:microsoft.com/office/officeart/2005/8/layout/hProcess9"/>
    <dgm:cxn modelId="{CBE7AA31-8D0D-449C-B547-0BD0D766C00B}" type="presParOf" srcId="{1D86444D-795F-4D17-893D-6C88A56E07A3}" destId="{1E43DA89-6B45-4981-9D74-3BF34A850732}" srcOrd="2" destOrd="0" presId="urn:microsoft.com/office/officeart/2005/8/layout/hProcess9"/>
    <dgm:cxn modelId="{AADA4F90-4E08-4AC2-B1B7-494660D3D76B}" type="presParOf" srcId="{1D86444D-795F-4D17-893D-6C88A56E07A3}" destId="{5B86C944-2A42-4B26-ABD5-36F5D65BB56A}" srcOrd="3" destOrd="0" presId="urn:microsoft.com/office/officeart/2005/8/layout/hProcess9"/>
    <dgm:cxn modelId="{85E5F380-537D-4AA0-A318-D3CD05079099}" type="presParOf" srcId="{1D86444D-795F-4D17-893D-6C88A56E07A3}" destId="{41BE0061-2665-4B12-89D1-F9E9C987D5FB}" srcOrd="4" destOrd="0" presId="urn:microsoft.com/office/officeart/2005/8/layout/hProcess9"/>
    <dgm:cxn modelId="{47E2A0BB-2B27-47E2-9D6A-25A0DE5CCB08}" type="presParOf" srcId="{1D86444D-795F-4D17-893D-6C88A56E07A3}" destId="{8FF54619-D19F-485E-B717-CAE20400A516}" srcOrd="5" destOrd="0" presId="urn:microsoft.com/office/officeart/2005/8/layout/hProcess9"/>
    <dgm:cxn modelId="{7B37C159-2CBD-4D01-8ECA-18568F24FE48}" type="presParOf" srcId="{1D86444D-795F-4D17-893D-6C88A56E07A3}" destId="{0895B11D-0D8D-42B0-B18B-7419AB0A608A}" srcOrd="6" destOrd="0" presId="urn:microsoft.com/office/officeart/2005/8/layout/hProcess9"/>
    <dgm:cxn modelId="{0C5B4C12-8AD5-4D0A-8DF9-7C616BBAF0D6}" type="presParOf" srcId="{1D86444D-795F-4D17-893D-6C88A56E07A3}" destId="{B67AD44A-403F-44AF-90A2-46623C74AC77}" srcOrd="7" destOrd="0" presId="urn:microsoft.com/office/officeart/2005/8/layout/hProcess9"/>
    <dgm:cxn modelId="{8F71EC7F-D6DF-408C-86BA-3731780EBD9A}" type="presParOf" srcId="{1D86444D-795F-4D17-893D-6C88A56E07A3}" destId="{997329CE-79CC-4826-80E3-6B7259115F7C}" srcOrd="8" destOrd="0" presId="urn:microsoft.com/office/officeart/2005/8/layout/hProcess9"/>
    <dgm:cxn modelId="{B4B5C0D4-D0CC-46F0-BBCD-637936126322}" type="presParOf" srcId="{1D86444D-795F-4D17-893D-6C88A56E07A3}" destId="{CCC99BFC-D11D-4613-942E-E22CA61A4E41}" srcOrd="9" destOrd="0" presId="urn:microsoft.com/office/officeart/2005/8/layout/hProcess9"/>
    <dgm:cxn modelId="{51FEB8AA-F0E4-45CF-B451-2051507F78FD}" type="presParOf" srcId="{1D86444D-795F-4D17-893D-6C88A56E07A3}" destId="{328EB667-6622-4414-ACC1-4EF0CD149AD2}" srcOrd="10" destOrd="0" presId="urn:microsoft.com/office/officeart/2005/8/layout/hProcess9"/>
    <dgm:cxn modelId="{7F672A45-852A-4ABF-B0B2-D33267437FE6}" type="presParOf" srcId="{1D86444D-795F-4D17-893D-6C88A56E07A3}" destId="{95FB633C-8BC8-4751-AAD4-87F213338068}" srcOrd="11" destOrd="0" presId="urn:microsoft.com/office/officeart/2005/8/layout/hProcess9"/>
    <dgm:cxn modelId="{5C7C4673-66EA-4BD2-B6C3-FC7ECE6E4D38}" type="presParOf" srcId="{1D86444D-795F-4D17-893D-6C88A56E07A3}" destId="{CFEE804C-F1EB-45BE-8FD0-004746E566E4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8C8E5C-1E85-4D58-92E6-0747EAAAB9B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B0911AD-49C2-4B67-8CA4-8C0B4801AAF4}">
      <dgm:prSet phldrT="[Text]"/>
      <dgm:spPr/>
      <dgm:t>
        <a:bodyPr/>
        <a:lstStyle/>
        <a:p>
          <a:r>
            <a:rPr lang="en-US" dirty="0"/>
            <a:t>Inspection Plan</a:t>
          </a:r>
        </a:p>
      </dgm:t>
    </dgm:pt>
    <dgm:pt modelId="{2C9AF6FF-F493-4469-B45C-3226FCE8AF66}" type="parTrans" cxnId="{EFDAF64A-B79D-4EB8-8023-5A898C40C6E4}">
      <dgm:prSet/>
      <dgm:spPr/>
      <dgm:t>
        <a:bodyPr/>
        <a:lstStyle/>
        <a:p>
          <a:endParaRPr lang="en-US"/>
        </a:p>
      </dgm:t>
    </dgm:pt>
    <dgm:pt modelId="{FBC60B33-B9B8-4CF1-8BBF-74D4834FCEA7}" type="sibTrans" cxnId="{EFDAF64A-B79D-4EB8-8023-5A898C40C6E4}">
      <dgm:prSet/>
      <dgm:spPr/>
      <dgm:t>
        <a:bodyPr/>
        <a:lstStyle/>
        <a:p>
          <a:endParaRPr lang="en-US"/>
        </a:p>
      </dgm:t>
    </dgm:pt>
    <dgm:pt modelId="{4062E4DC-EEDD-4781-B2EC-D8571E3B1F64}">
      <dgm:prSet/>
      <dgm:spPr/>
      <dgm:t>
        <a:bodyPr/>
        <a:lstStyle/>
        <a:p>
          <a:r>
            <a:rPr lang="en-US" dirty="0"/>
            <a:t>Quality Info Record </a:t>
          </a:r>
        </a:p>
      </dgm:t>
    </dgm:pt>
    <dgm:pt modelId="{9C22B45B-7CC1-4967-91F7-15437473E4C6}" type="parTrans" cxnId="{3EE4C7CA-B9B3-498B-A9D6-7CCD027E7AEA}">
      <dgm:prSet/>
      <dgm:spPr/>
      <dgm:t>
        <a:bodyPr/>
        <a:lstStyle/>
        <a:p>
          <a:endParaRPr lang="en-US"/>
        </a:p>
      </dgm:t>
    </dgm:pt>
    <dgm:pt modelId="{38F44C35-2EB4-46FE-9C70-CF78B64960B3}" type="sibTrans" cxnId="{3EE4C7CA-B9B3-498B-A9D6-7CCD027E7AEA}">
      <dgm:prSet/>
      <dgm:spPr/>
      <dgm:t>
        <a:bodyPr/>
        <a:lstStyle/>
        <a:p>
          <a:endParaRPr lang="en-US"/>
        </a:p>
      </dgm:t>
    </dgm:pt>
    <dgm:pt modelId="{87F27E83-A223-4C44-9C21-F33C5F672274}">
      <dgm:prSet/>
      <dgm:spPr/>
      <dgm:t>
        <a:bodyPr/>
        <a:lstStyle/>
        <a:p>
          <a:r>
            <a:rPr lang="en-US" dirty="0"/>
            <a:t>Goods Issue</a:t>
          </a:r>
        </a:p>
      </dgm:t>
    </dgm:pt>
    <dgm:pt modelId="{CC8F7DA5-F3C4-450F-AECF-832DCA04817A}" type="parTrans" cxnId="{CB707CD1-358D-4BDD-B02C-8BF1386E5102}">
      <dgm:prSet/>
      <dgm:spPr/>
      <dgm:t>
        <a:bodyPr/>
        <a:lstStyle/>
        <a:p>
          <a:endParaRPr lang="en-US"/>
        </a:p>
      </dgm:t>
    </dgm:pt>
    <dgm:pt modelId="{D4F1DA78-A92E-40AA-B538-91A6D7E7019E}" type="sibTrans" cxnId="{CB707CD1-358D-4BDD-B02C-8BF1386E5102}">
      <dgm:prSet/>
      <dgm:spPr/>
      <dgm:t>
        <a:bodyPr/>
        <a:lstStyle/>
        <a:p>
          <a:endParaRPr lang="en-US"/>
        </a:p>
      </dgm:t>
    </dgm:pt>
    <dgm:pt modelId="{7E3EB54B-2923-47B1-8162-5CDD444C8B44}">
      <dgm:prSet/>
      <dgm:spPr/>
      <dgm:t>
        <a:bodyPr/>
        <a:lstStyle/>
        <a:p>
          <a:r>
            <a:rPr lang="en-US" dirty="0"/>
            <a:t>Inspection Lot</a:t>
          </a:r>
        </a:p>
      </dgm:t>
    </dgm:pt>
    <dgm:pt modelId="{8193FBCD-5975-4DA9-86CB-9F88126AE1EF}" type="parTrans" cxnId="{73036810-F15A-4D94-B8B9-32CEF431936C}">
      <dgm:prSet/>
      <dgm:spPr/>
      <dgm:t>
        <a:bodyPr/>
        <a:lstStyle/>
        <a:p>
          <a:endParaRPr lang="en-US"/>
        </a:p>
      </dgm:t>
    </dgm:pt>
    <dgm:pt modelId="{01176310-B1AB-42B1-BDFB-6E4B468A9AF0}" type="sibTrans" cxnId="{73036810-F15A-4D94-B8B9-32CEF431936C}">
      <dgm:prSet/>
      <dgm:spPr/>
      <dgm:t>
        <a:bodyPr/>
        <a:lstStyle/>
        <a:p>
          <a:endParaRPr lang="en-US"/>
        </a:p>
      </dgm:t>
    </dgm:pt>
    <dgm:pt modelId="{AE1473BA-86AA-4C9B-AF12-4024DFC4DEFA}">
      <dgm:prSet/>
      <dgm:spPr/>
      <dgm:t>
        <a:bodyPr/>
        <a:lstStyle/>
        <a:p>
          <a:r>
            <a:rPr lang="en-US" dirty="0"/>
            <a:t>Perform </a:t>
          </a:r>
        </a:p>
        <a:p>
          <a:r>
            <a:rPr lang="en-US" dirty="0"/>
            <a:t>Inspection</a:t>
          </a:r>
        </a:p>
      </dgm:t>
    </dgm:pt>
    <dgm:pt modelId="{74A04E20-A91F-4F94-9530-3CE571F9C998}" type="parTrans" cxnId="{75C1E12F-FD3D-4FC0-B861-DFA672D64928}">
      <dgm:prSet/>
      <dgm:spPr/>
      <dgm:t>
        <a:bodyPr/>
        <a:lstStyle/>
        <a:p>
          <a:endParaRPr lang="en-US"/>
        </a:p>
      </dgm:t>
    </dgm:pt>
    <dgm:pt modelId="{03745A62-B38E-4BEE-83CE-985985E257E3}" type="sibTrans" cxnId="{75C1E12F-FD3D-4FC0-B861-DFA672D64928}">
      <dgm:prSet/>
      <dgm:spPr/>
      <dgm:t>
        <a:bodyPr/>
        <a:lstStyle/>
        <a:p>
          <a:endParaRPr lang="en-US"/>
        </a:p>
      </dgm:t>
    </dgm:pt>
    <dgm:pt modelId="{F77ECCAB-3055-452F-9EA4-B60EF2251006}">
      <dgm:prSet/>
      <dgm:spPr/>
      <dgm:t>
        <a:bodyPr/>
        <a:lstStyle/>
        <a:p>
          <a:r>
            <a:rPr lang="en-US" dirty="0"/>
            <a:t>Usage Decision</a:t>
          </a:r>
        </a:p>
      </dgm:t>
    </dgm:pt>
    <dgm:pt modelId="{86941618-4A31-4100-A691-20FE682552C0}" type="parTrans" cxnId="{F10198BA-E0B3-4500-83D6-6DA13E0EC65F}">
      <dgm:prSet/>
      <dgm:spPr/>
      <dgm:t>
        <a:bodyPr/>
        <a:lstStyle/>
        <a:p>
          <a:endParaRPr lang="en-US"/>
        </a:p>
      </dgm:t>
    </dgm:pt>
    <dgm:pt modelId="{9F257AB9-41A2-4087-B527-15E4D4482374}" type="sibTrans" cxnId="{F10198BA-E0B3-4500-83D6-6DA13E0EC65F}">
      <dgm:prSet/>
      <dgm:spPr/>
      <dgm:t>
        <a:bodyPr/>
        <a:lstStyle/>
        <a:p>
          <a:endParaRPr lang="en-US"/>
        </a:p>
      </dgm:t>
    </dgm:pt>
    <dgm:pt modelId="{603B3396-0724-452F-B122-89A5ADAB0499}">
      <dgm:prSet/>
      <dgm:spPr/>
      <dgm:t>
        <a:bodyPr/>
        <a:lstStyle/>
        <a:p>
          <a:r>
            <a:rPr lang="en-US" dirty="0"/>
            <a:t>Goods Receipt</a:t>
          </a:r>
        </a:p>
      </dgm:t>
    </dgm:pt>
    <dgm:pt modelId="{D33AFF3B-4A69-4832-8928-CEDD18CB5F03}" type="parTrans" cxnId="{64909F95-E5BB-4088-A482-2B1ED79BB560}">
      <dgm:prSet/>
      <dgm:spPr/>
      <dgm:t>
        <a:bodyPr/>
        <a:lstStyle/>
        <a:p>
          <a:endParaRPr lang="en-US"/>
        </a:p>
      </dgm:t>
    </dgm:pt>
    <dgm:pt modelId="{4386FA72-A5E2-402E-948E-20A4FCFB25AB}" type="sibTrans" cxnId="{64909F95-E5BB-4088-A482-2B1ED79BB560}">
      <dgm:prSet/>
      <dgm:spPr/>
      <dgm:t>
        <a:bodyPr/>
        <a:lstStyle/>
        <a:p>
          <a:endParaRPr lang="en-US"/>
        </a:p>
      </dgm:t>
    </dgm:pt>
    <dgm:pt modelId="{1998C70B-2DE2-45EF-82A0-86D3A88219B2}">
      <dgm:prSet/>
      <dgm:spPr/>
      <dgm:t>
        <a:bodyPr/>
        <a:lstStyle/>
        <a:p>
          <a:r>
            <a:rPr lang="en-US" dirty="0"/>
            <a:t>Sales Order</a:t>
          </a:r>
        </a:p>
      </dgm:t>
    </dgm:pt>
    <dgm:pt modelId="{3FDECE6A-85DF-465E-A940-596913A958BF}" type="parTrans" cxnId="{992DAA49-B06B-4310-A0DF-79263FA4C521}">
      <dgm:prSet/>
      <dgm:spPr/>
      <dgm:t>
        <a:bodyPr/>
        <a:lstStyle/>
        <a:p>
          <a:endParaRPr lang="en-US"/>
        </a:p>
      </dgm:t>
    </dgm:pt>
    <dgm:pt modelId="{03DA75C9-71C4-4912-9170-9955765422B7}" type="sibTrans" cxnId="{992DAA49-B06B-4310-A0DF-79263FA4C521}">
      <dgm:prSet/>
      <dgm:spPr/>
      <dgm:t>
        <a:bodyPr/>
        <a:lstStyle/>
        <a:p>
          <a:endParaRPr lang="en-US"/>
        </a:p>
      </dgm:t>
    </dgm:pt>
    <dgm:pt modelId="{915336E2-80F5-4A67-8AED-E878FAAEE7DB}">
      <dgm:prSet/>
      <dgm:spPr/>
      <dgm:t>
        <a:bodyPr/>
        <a:lstStyle/>
        <a:p>
          <a:r>
            <a:rPr lang="en-US" dirty="0"/>
            <a:t>Invoice</a:t>
          </a:r>
        </a:p>
      </dgm:t>
    </dgm:pt>
    <dgm:pt modelId="{92A07F77-47F4-45B6-9357-BFB63F674975}" type="parTrans" cxnId="{947E567A-4FC5-4AD8-9298-4301E69F0ED3}">
      <dgm:prSet/>
      <dgm:spPr/>
      <dgm:t>
        <a:bodyPr/>
        <a:lstStyle/>
        <a:p>
          <a:endParaRPr lang="en-US"/>
        </a:p>
      </dgm:t>
    </dgm:pt>
    <dgm:pt modelId="{2A777D3A-81A3-4BBE-9973-F90DBFFDC0CC}" type="sibTrans" cxnId="{947E567A-4FC5-4AD8-9298-4301E69F0ED3}">
      <dgm:prSet/>
      <dgm:spPr/>
      <dgm:t>
        <a:bodyPr/>
        <a:lstStyle/>
        <a:p>
          <a:endParaRPr lang="en-US"/>
        </a:p>
      </dgm:t>
    </dgm:pt>
    <dgm:pt modelId="{6CFDD795-3751-4B66-90DA-3D2131B6035E}">
      <dgm:prSet/>
      <dgm:spPr/>
      <dgm:t>
        <a:bodyPr/>
        <a:lstStyle/>
        <a:p>
          <a:r>
            <a:rPr lang="en-US" dirty="0"/>
            <a:t>Outbound Delivery</a:t>
          </a:r>
        </a:p>
      </dgm:t>
    </dgm:pt>
    <dgm:pt modelId="{35CC4C5B-8E5D-401D-929B-4A672D7B5A67}" type="parTrans" cxnId="{EA416265-DEB6-46BC-B8A7-3B16B6ED25C8}">
      <dgm:prSet/>
      <dgm:spPr/>
      <dgm:t>
        <a:bodyPr/>
        <a:lstStyle/>
        <a:p>
          <a:endParaRPr lang="en-US"/>
        </a:p>
      </dgm:t>
    </dgm:pt>
    <dgm:pt modelId="{B8528006-24F8-4C4A-A903-C3B2FD6FF9D8}" type="sibTrans" cxnId="{EA416265-DEB6-46BC-B8A7-3B16B6ED25C8}">
      <dgm:prSet/>
      <dgm:spPr/>
      <dgm:t>
        <a:bodyPr/>
        <a:lstStyle/>
        <a:p>
          <a:endParaRPr lang="en-US"/>
        </a:p>
      </dgm:t>
    </dgm:pt>
    <dgm:pt modelId="{AD9AF2E5-29F3-4519-A16F-83DBF15A1E49}" type="pres">
      <dgm:prSet presAssocID="{8A8C8E5C-1E85-4D58-92E6-0747EAAAB9B4}" presName="CompostProcess" presStyleCnt="0">
        <dgm:presLayoutVars>
          <dgm:dir/>
          <dgm:resizeHandles val="exact"/>
        </dgm:presLayoutVars>
      </dgm:prSet>
      <dgm:spPr/>
    </dgm:pt>
    <dgm:pt modelId="{01D0C3D1-73E4-44A0-8C20-A4690AE30A84}" type="pres">
      <dgm:prSet presAssocID="{8A8C8E5C-1E85-4D58-92E6-0747EAAAB9B4}" presName="arrow" presStyleLbl="bgShp" presStyleIdx="0" presStyleCnt="1"/>
      <dgm:spPr/>
    </dgm:pt>
    <dgm:pt modelId="{5FB7AA2E-C2CE-4767-887B-CDE3E3D28A38}" type="pres">
      <dgm:prSet presAssocID="{8A8C8E5C-1E85-4D58-92E6-0747EAAAB9B4}" presName="linearProcess" presStyleCnt="0"/>
      <dgm:spPr/>
    </dgm:pt>
    <dgm:pt modelId="{F6E6AB93-DA48-4300-BFC3-AA9988ED94D9}" type="pres">
      <dgm:prSet presAssocID="{4062E4DC-EEDD-4781-B2EC-D8571E3B1F64}" presName="text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E91DF8D-966B-4E80-BE02-F4B06DFB842C}" type="pres">
      <dgm:prSet presAssocID="{38F44C35-2EB4-46FE-9C70-CF78B64960B3}" presName="sibTrans" presStyleCnt="0"/>
      <dgm:spPr/>
    </dgm:pt>
    <dgm:pt modelId="{0DEECA12-A706-4676-800D-F314DBA8E2D8}" type="pres">
      <dgm:prSet presAssocID="{BB0911AD-49C2-4B67-8CA4-8C0B4801AAF4}" presName="text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7F005DB-4006-44C0-8063-24BE7182E23F}" type="pres">
      <dgm:prSet presAssocID="{FBC60B33-B9B8-4CF1-8BBF-74D4834FCEA7}" presName="sibTrans" presStyleCnt="0"/>
      <dgm:spPr/>
    </dgm:pt>
    <dgm:pt modelId="{F7835C23-4D32-496C-AE96-CCADD1C30460}" type="pres">
      <dgm:prSet presAssocID="{87F27E83-A223-4C44-9C21-F33C5F672274}" presName="text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AB92C2B-FAA6-4781-A3EF-B077E3C63E7C}" type="pres">
      <dgm:prSet presAssocID="{D4F1DA78-A92E-40AA-B538-91A6D7E7019E}" presName="sibTrans" presStyleCnt="0"/>
      <dgm:spPr/>
    </dgm:pt>
    <dgm:pt modelId="{68B868F8-7F30-496C-AAA7-F2CF3B36526C}" type="pres">
      <dgm:prSet presAssocID="{7E3EB54B-2923-47B1-8162-5CDD444C8B44}" presName="text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83A18A2-3801-469B-8DFA-67B5BDF9399A}" type="pres">
      <dgm:prSet presAssocID="{01176310-B1AB-42B1-BDFB-6E4B468A9AF0}" presName="sibTrans" presStyleCnt="0"/>
      <dgm:spPr/>
    </dgm:pt>
    <dgm:pt modelId="{34B573FC-CB4B-471C-A2FB-28F2685EEA46}" type="pres">
      <dgm:prSet presAssocID="{AE1473BA-86AA-4C9B-AF12-4024DFC4DEFA}" presName="text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EAE598F-6A9B-428B-B771-0834AA71707F}" type="pres">
      <dgm:prSet presAssocID="{03745A62-B38E-4BEE-83CE-985985E257E3}" presName="sibTrans" presStyleCnt="0"/>
      <dgm:spPr/>
    </dgm:pt>
    <dgm:pt modelId="{26170AE9-5A75-4F79-A75C-E210E076CD0A}" type="pres">
      <dgm:prSet presAssocID="{F77ECCAB-3055-452F-9EA4-B60EF2251006}" presName="text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9AF81C8-5DCA-4502-A3A7-34FA0F70EE35}" type="pres">
      <dgm:prSet presAssocID="{9F257AB9-41A2-4087-B527-15E4D4482374}" presName="sibTrans" presStyleCnt="0"/>
      <dgm:spPr/>
    </dgm:pt>
    <dgm:pt modelId="{5822AF88-26EA-4C12-9AEC-10073AA6D1F4}" type="pres">
      <dgm:prSet presAssocID="{603B3396-0724-452F-B122-89A5ADAB0499}" presName="text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DF25EE9-346B-4CEC-AFCD-39DAB0A9E390}" type="pres">
      <dgm:prSet presAssocID="{4386FA72-A5E2-402E-948E-20A4FCFB25AB}" presName="sibTrans" presStyleCnt="0"/>
      <dgm:spPr/>
    </dgm:pt>
    <dgm:pt modelId="{92D463D5-AA28-4BFD-979C-F90FF0C744CE}" type="pres">
      <dgm:prSet presAssocID="{1998C70B-2DE2-45EF-82A0-86D3A88219B2}" presName="text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692B963-B974-4553-B0B9-DDB8B0156B2C}" type="pres">
      <dgm:prSet presAssocID="{03DA75C9-71C4-4912-9170-9955765422B7}" presName="sibTrans" presStyleCnt="0"/>
      <dgm:spPr/>
    </dgm:pt>
    <dgm:pt modelId="{2617BFF7-FE50-4DF6-969F-0B1484198DE8}" type="pres">
      <dgm:prSet presAssocID="{6CFDD795-3751-4B66-90DA-3D2131B6035E}" presName="text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834DFBC-A0CD-4EDC-B1A5-570A50527E4F}" type="pres">
      <dgm:prSet presAssocID="{B8528006-24F8-4C4A-A903-C3B2FD6FF9D8}" presName="sibTrans" presStyleCnt="0"/>
      <dgm:spPr/>
    </dgm:pt>
    <dgm:pt modelId="{74151F3D-CD95-451F-A630-F8E7ED946E73}" type="pres">
      <dgm:prSet presAssocID="{915336E2-80F5-4A67-8AED-E878FAAEE7DB}" presName="text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E7A897E7-5F08-46FD-B446-49701DFABF3C}" type="presOf" srcId="{915336E2-80F5-4A67-8AED-E878FAAEE7DB}" destId="{74151F3D-CD95-451F-A630-F8E7ED946E73}" srcOrd="0" destOrd="0" presId="urn:microsoft.com/office/officeart/2005/8/layout/hProcess9"/>
    <dgm:cxn modelId="{5353788B-E50A-420A-846E-D42351E40A9F}" type="presOf" srcId="{1998C70B-2DE2-45EF-82A0-86D3A88219B2}" destId="{92D463D5-AA28-4BFD-979C-F90FF0C744CE}" srcOrd="0" destOrd="0" presId="urn:microsoft.com/office/officeart/2005/8/layout/hProcess9"/>
    <dgm:cxn modelId="{8308A384-6C0A-495B-996C-5C22732FF548}" type="presOf" srcId="{BB0911AD-49C2-4B67-8CA4-8C0B4801AAF4}" destId="{0DEECA12-A706-4676-800D-F314DBA8E2D8}" srcOrd="0" destOrd="0" presId="urn:microsoft.com/office/officeart/2005/8/layout/hProcess9"/>
    <dgm:cxn modelId="{31C10F6B-F2DE-4E04-9777-A8D029982E04}" type="presOf" srcId="{7E3EB54B-2923-47B1-8162-5CDD444C8B44}" destId="{68B868F8-7F30-496C-AAA7-F2CF3B36526C}" srcOrd="0" destOrd="0" presId="urn:microsoft.com/office/officeart/2005/8/layout/hProcess9"/>
    <dgm:cxn modelId="{CB707CD1-358D-4BDD-B02C-8BF1386E5102}" srcId="{8A8C8E5C-1E85-4D58-92E6-0747EAAAB9B4}" destId="{87F27E83-A223-4C44-9C21-F33C5F672274}" srcOrd="2" destOrd="0" parTransId="{CC8F7DA5-F3C4-450F-AECF-832DCA04817A}" sibTransId="{D4F1DA78-A92E-40AA-B538-91A6D7E7019E}"/>
    <dgm:cxn modelId="{3EE4C7CA-B9B3-498B-A9D6-7CCD027E7AEA}" srcId="{8A8C8E5C-1E85-4D58-92E6-0747EAAAB9B4}" destId="{4062E4DC-EEDD-4781-B2EC-D8571E3B1F64}" srcOrd="0" destOrd="0" parTransId="{9C22B45B-7CC1-4967-91F7-15437473E4C6}" sibTransId="{38F44C35-2EB4-46FE-9C70-CF78B64960B3}"/>
    <dgm:cxn modelId="{992DAA49-B06B-4310-A0DF-79263FA4C521}" srcId="{8A8C8E5C-1E85-4D58-92E6-0747EAAAB9B4}" destId="{1998C70B-2DE2-45EF-82A0-86D3A88219B2}" srcOrd="7" destOrd="0" parTransId="{3FDECE6A-85DF-465E-A940-596913A958BF}" sibTransId="{03DA75C9-71C4-4912-9170-9955765422B7}"/>
    <dgm:cxn modelId="{EA416265-DEB6-46BC-B8A7-3B16B6ED25C8}" srcId="{8A8C8E5C-1E85-4D58-92E6-0747EAAAB9B4}" destId="{6CFDD795-3751-4B66-90DA-3D2131B6035E}" srcOrd="8" destOrd="0" parTransId="{35CC4C5B-8E5D-401D-929B-4A672D7B5A67}" sibTransId="{B8528006-24F8-4C4A-A903-C3B2FD6FF9D8}"/>
    <dgm:cxn modelId="{64909F95-E5BB-4088-A482-2B1ED79BB560}" srcId="{8A8C8E5C-1E85-4D58-92E6-0747EAAAB9B4}" destId="{603B3396-0724-452F-B122-89A5ADAB0499}" srcOrd="6" destOrd="0" parTransId="{D33AFF3B-4A69-4832-8928-CEDD18CB5F03}" sibTransId="{4386FA72-A5E2-402E-948E-20A4FCFB25AB}"/>
    <dgm:cxn modelId="{6231145B-A2C2-4BD3-92B6-F6A960A0EA10}" type="presOf" srcId="{4062E4DC-EEDD-4781-B2EC-D8571E3B1F64}" destId="{F6E6AB93-DA48-4300-BFC3-AA9988ED94D9}" srcOrd="0" destOrd="0" presId="urn:microsoft.com/office/officeart/2005/8/layout/hProcess9"/>
    <dgm:cxn modelId="{6F17E77A-123E-4301-AB76-69A2B63DE206}" type="presOf" srcId="{6CFDD795-3751-4B66-90DA-3D2131B6035E}" destId="{2617BFF7-FE50-4DF6-969F-0B1484198DE8}" srcOrd="0" destOrd="0" presId="urn:microsoft.com/office/officeart/2005/8/layout/hProcess9"/>
    <dgm:cxn modelId="{73036810-F15A-4D94-B8B9-32CEF431936C}" srcId="{8A8C8E5C-1E85-4D58-92E6-0747EAAAB9B4}" destId="{7E3EB54B-2923-47B1-8162-5CDD444C8B44}" srcOrd="3" destOrd="0" parTransId="{8193FBCD-5975-4DA9-86CB-9F88126AE1EF}" sibTransId="{01176310-B1AB-42B1-BDFB-6E4B468A9AF0}"/>
    <dgm:cxn modelId="{BDD2F667-62B0-40DC-97D7-250032ADC60A}" type="presOf" srcId="{87F27E83-A223-4C44-9C21-F33C5F672274}" destId="{F7835C23-4D32-496C-AE96-CCADD1C30460}" srcOrd="0" destOrd="0" presId="urn:microsoft.com/office/officeart/2005/8/layout/hProcess9"/>
    <dgm:cxn modelId="{79689063-BE5C-4D0A-8EE3-E00FAE4458B6}" type="presOf" srcId="{603B3396-0724-452F-B122-89A5ADAB0499}" destId="{5822AF88-26EA-4C12-9AEC-10073AA6D1F4}" srcOrd="0" destOrd="0" presId="urn:microsoft.com/office/officeart/2005/8/layout/hProcess9"/>
    <dgm:cxn modelId="{206A3C7D-2FF2-4C26-8176-6A7309DE0D75}" type="presOf" srcId="{8A8C8E5C-1E85-4D58-92E6-0747EAAAB9B4}" destId="{AD9AF2E5-29F3-4519-A16F-83DBF15A1E49}" srcOrd="0" destOrd="0" presId="urn:microsoft.com/office/officeart/2005/8/layout/hProcess9"/>
    <dgm:cxn modelId="{F10198BA-E0B3-4500-83D6-6DA13E0EC65F}" srcId="{8A8C8E5C-1E85-4D58-92E6-0747EAAAB9B4}" destId="{F77ECCAB-3055-452F-9EA4-B60EF2251006}" srcOrd="5" destOrd="0" parTransId="{86941618-4A31-4100-A691-20FE682552C0}" sibTransId="{9F257AB9-41A2-4087-B527-15E4D4482374}"/>
    <dgm:cxn modelId="{947E567A-4FC5-4AD8-9298-4301E69F0ED3}" srcId="{8A8C8E5C-1E85-4D58-92E6-0747EAAAB9B4}" destId="{915336E2-80F5-4A67-8AED-E878FAAEE7DB}" srcOrd="9" destOrd="0" parTransId="{92A07F77-47F4-45B6-9357-BFB63F674975}" sibTransId="{2A777D3A-81A3-4BBE-9973-F90DBFFDC0CC}"/>
    <dgm:cxn modelId="{0019BD5E-182A-40C8-9CC7-1243DBC970DD}" type="presOf" srcId="{AE1473BA-86AA-4C9B-AF12-4024DFC4DEFA}" destId="{34B573FC-CB4B-471C-A2FB-28F2685EEA46}" srcOrd="0" destOrd="0" presId="urn:microsoft.com/office/officeart/2005/8/layout/hProcess9"/>
    <dgm:cxn modelId="{75C1E12F-FD3D-4FC0-B861-DFA672D64928}" srcId="{8A8C8E5C-1E85-4D58-92E6-0747EAAAB9B4}" destId="{AE1473BA-86AA-4C9B-AF12-4024DFC4DEFA}" srcOrd="4" destOrd="0" parTransId="{74A04E20-A91F-4F94-9530-3CE571F9C998}" sibTransId="{03745A62-B38E-4BEE-83CE-985985E257E3}"/>
    <dgm:cxn modelId="{3555A64D-E943-4673-94AA-AF7F10DC69CD}" type="presOf" srcId="{F77ECCAB-3055-452F-9EA4-B60EF2251006}" destId="{26170AE9-5A75-4F79-A75C-E210E076CD0A}" srcOrd="0" destOrd="0" presId="urn:microsoft.com/office/officeart/2005/8/layout/hProcess9"/>
    <dgm:cxn modelId="{EFDAF64A-B79D-4EB8-8023-5A898C40C6E4}" srcId="{8A8C8E5C-1E85-4D58-92E6-0747EAAAB9B4}" destId="{BB0911AD-49C2-4B67-8CA4-8C0B4801AAF4}" srcOrd="1" destOrd="0" parTransId="{2C9AF6FF-F493-4469-B45C-3226FCE8AF66}" sibTransId="{FBC60B33-B9B8-4CF1-8BBF-74D4834FCEA7}"/>
    <dgm:cxn modelId="{106ABC0E-6D79-4611-8A0B-A1BC901F41ED}" type="presParOf" srcId="{AD9AF2E5-29F3-4519-A16F-83DBF15A1E49}" destId="{01D0C3D1-73E4-44A0-8C20-A4690AE30A84}" srcOrd="0" destOrd="0" presId="urn:microsoft.com/office/officeart/2005/8/layout/hProcess9"/>
    <dgm:cxn modelId="{CF1D578B-CD31-47C8-B261-52A25ABE96CB}" type="presParOf" srcId="{AD9AF2E5-29F3-4519-A16F-83DBF15A1E49}" destId="{5FB7AA2E-C2CE-4767-887B-CDE3E3D28A38}" srcOrd="1" destOrd="0" presId="urn:microsoft.com/office/officeart/2005/8/layout/hProcess9"/>
    <dgm:cxn modelId="{CB0FC5F3-7660-47AA-B6E5-2DCFBF40CD4D}" type="presParOf" srcId="{5FB7AA2E-C2CE-4767-887B-CDE3E3D28A38}" destId="{F6E6AB93-DA48-4300-BFC3-AA9988ED94D9}" srcOrd="0" destOrd="0" presId="urn:microsoft.com/office/officeart/2005/8/layout/hProcess9"/>
    <dgm:cxn modelId="{87B72EB5-4414-4EB7-A7E5-7F5A25B77B62}" type="presParOf" srcId="{5FB7AA2E-C2CE-4767-887B-CDE3E3D28A38}" destId="{8E91DF8D-966B-4E80-BE02-F4B06DFB842C}" srcOrd="1" destOrd="0" presId="urn:microsoft.com/office/officeart/2005/8/layout/hProcess9"/>
    <dgm:cxn modelId="{38AE46F9-0752-4916-8216-442780058988}" type="presParOf" srcId="{5FB7AA2E-C2CE-4767-887B-CDE3E3D28A38}" destId="{0DEECA12-A706-4676-800D-F314DBA8E2D8}" srcOrd="2" destOrd="0" presId="urn:microsoft.com/office/officeart/2005/8/layout/hProcess9"/>
    <dgm:cxn modelId="{9C397629-90B6-416E-8D6F-2733C7D55FA2}" type="presParOf" srcId="{5FB7AA2E-C2CE-4767-887B-CDE3E3D28A38}" destId="{F7F005DB-4006-44C0-8063-24BE7182E23F}" srcOrd="3" destOrd="0" presId="urn:microsoft.com/office/officeart/2005/8/layout/hProcess9"/>
    <dgm:cxn modelId="{044ED747-749E-416B-94FC-249F3262600A}" type="presParOf" srcId="{5FB7AA2E-C2CE-4767-887B-CDE3E3D28A38}" destId="{F7835C23-4D32-496C-AE96-CCADD1C30460}" srcOrd="4" destOrd="0" presId="urn:microsoft.com/office/officeart/2005/8/layout/hProcess9"/>
    <dgm:cxn modelId="{89E97223-1AF0-44CB-9B9D-4699872B7EE9}" type="presParOf" srcId="{5FB7AA2E-C2CE-4767-887B-CDE3E3D28A38}" destId="{3AB92C2B-FAA6-4781-A3EF-B077E3C63E7C}" srcOrd="5" destOrd="0" presId="urn:microsoft.com/office/officeart/2005/8/layout/hProcess9"/>
    <dgm:cxn modelId="{18198528-09BE-4FB3-A11A-B12A53AA7DD0}" type="presParOf" srcId="{5FB7AA2E-C2CE-4767-887B-CDE3E3D28A38}" destId="{68B868F8-7F30-496C-AAA7-F2CF3B36526C}" srcOrd="6" destOrd="0" presId="urn:microsoft.com/office/officeart/2005/8/layout/hProcess9"/>
    <dgm:cxn modelId="{1F8A1BF8-450D-4245-BA73-460464D0CE57}" type="presParOf" srcId="{5FB7AA2E-C2CE-4767-887B-CDE3E3D28A38}" destId="{183A18A2-3801-469B-8DFA-67B5BDF9399A}" srcOrd="7" destOrd="0" presId="urn:microsoft.com/office/officeart/2005/8/layout/hProcess9"/>
    <dgm:cxn modelId="{12DA245B-BCB2-4BDB-B638-9D48AF3AD9AA}" type="presParOf" srcId="{5FB7AA2E-C2CE-4767-887B-CDE3E3D28A38}" destId="{34B573FC-CB4B-471C-A2FB-28F2685EEA46}" srcOrd="8" destOrd="0" presId="urn:microsoft.com/office/officeart/2005/8/layout/hProcess9"/>
    <dgm:cxn modelId="{639CEF34-FB38-477B-A6AA-4687FF64279E}" type="presParOf" srcId="{5FB7AA2E-C2CE-4767-887B-CDE3E3D28A38}" destId="{DEAE598F-6A9B-428B-B771-0834AA71707F}" srcOrd="9" destOrd="0" presId="urn:microsoft.com/office/officeart/2005/8/layout/hProcess9"/>
    <dgm:cxn modelId="{5BE3CA6E-4E54-4465-94B1-AD7E69123840}" type="presParOf" srcId="{5FB7AA2E-C2CE-4767-887B-CDE3E3D28A38}" destId="{26170AE9-5A75-4F79-A75C-E210E076CD0A}" srcOrd="10" destOrd="0" presId="urn:microsoft.com/office/officeart/2005/8/layout/hProcess9"/>
    <dgm:cxn modelId="{F57214FF-988E-43A6-8E62-798652541178}" type="presParOf" srcId="{5FB7AA2E-C2CE-4767-887B-CDE3E3D28A38}" destId="{D9AF81C8-5DCA-4502-A3A7-34FA0F70EE35}" srcOrd="11" destOrd="0" presId="urn:microsoft.com/office/officeart/2005/8/layout/hProcess9"/>
    <dgm:cxn modelId="{7F725F38-4F3B-4E4D-AD2D-39964FEE1EFC}" type="presParOf" srcId="{5FB7AA2E-C2CE-4767-887B-CDE3E3D28A38}" destId="{5822AF88-26EA-4C12-9AEC-10073AA6D1F4}" srcOrd="12" destOrd="0" presId="urn:microsoft.com/office/officeart/2005/8/layout/hProcess9"/>
    <dgm:cxn modelId="{16377E02-A2C6-4087-BBC0-F12E4786C8B3}" type="presParOf" srcId="{5FB7AA2E-C2CE-4767-887B-CDE3E3D28A38}" destId="{5DF25EE9-346B-4CEC-AFCD-39DAB0A9E390}" srcOrd="13" destOrd="0" presId="urn:microsoft.com/office/officeart/2005/8/layout/hProcess9"/>
    <dgm:cxn modelId="{3287D7D9-140D-4A99-AF00-0C67D04AC5E2}" type="presParOf" srcId="{5FB7AA2E-C2CE-4767-887B-CDE3E3D28A38}" destId="{92D463D5-AA28-4BFD-979C-F90FF0C744CE}" srcOrd="14" destOrd="0" presId="urn:microsoft.com/office/officeart/2005/8/layout/hProcess9"/>
    <dgm:cxn modelId="{19F13EF1-3E17-42DC-9F5C-755C562B5401}" type="presParOf" srcId="{5FB7AA2E-C2CE-4767-887B-CDE3E3D28A38}" destId="{6692B963-B974-4553-B0B9-DDB8B0156B2C}" srcOrd="15" destOrd="0" presId="urn:microsoft.com/office/officeart/2005/8/layout/hProcess9"/>
    <dgm:cxn modelId="{8809AAB6-BD91-40F5-B12F-457A7DC8AC29}" type="presParOf" srcId="{5FB7AA2E-C2CE-4767-887B-CDE3E3D28A38}" destId="{2617BFF7-FE50-4DF6-969F-0B1484198DE8}" srcOrd="16" destOrd="0" presId="urn:microsoft.com/office/officeart/2005/8/layout/hProcess9"/>
    <dgm:cxn modelId="{84D122AD-2C19-43AC-8F1E-BAEA0271ABFC}" type="presParOf" srcId="{5FB7AA2E-C2CE-4767-887B-CDE3E3D28A38}" destId="{4834DFBC-A0CD-4EDC-B1A5-570A50527E4F}" srcOrd="17" destOrd="0" presId="urn:microsoft.com/office/officeart/2005/8/layout/hProcess9"/>
    <dgm:cxn modelId="{CF7E7CC5-0BF3-45DD-BAB4-6C4E5C92C3E9}" type="presParOf" srcId="{5FB7AA2E-C2CE-4767-887B-CDE3E3D28A38}" destId="{74151F3D-CD95-451F-A630-F8E7ED946E73}" srcOrd="1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9359B-12B6-4248-B636-9E10BACB1191}">
      <dsp:nvSpPr>
        <dsp:cNvPr id="0" name=""/>
        <dsp:cNvSpPr/>
      </dsp:nvSpPr>
      <dsp:spPr>
        <a:xfrm>
          <a:off x="865941" y="0"/>
          <a:ext cx="9814004" cy="43926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FFBA0-2F4C-421B-BA57-FFFA26F57ADB}">
      <dsp:nvSpPr>
        <dsp:cNvPr id="0" name=""/>
        <dsp:cNvSpPr/>
      </dsp:nvSpPr>
      <dsp:spPr>
        <a:xfrm>
          <a:off x="2360" y="1317783"/>
          <a:ext cx="218240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Quality Info. Record</a:t>
          </a:r>
        </a:p>
      </dsp:txBody>
      <dsp:txXfrm>
        <a:off x="88132" y="1403555"/>
        <a:ext cx="2010857" cy="1585500"/>
      </dsp:txXfrm>
    </dsp:sp>
    <dsp:sp modelId="{1E43DA89-6B45-4981-9D74-3BF34A850732}">
      <dsp:nvSpPr>
        <dsp:cNvPr id="0" name=""/>
        <dsp:cNvSpPr/>
      </dsp:nvSpPr>
      <dsp:spPr>
        <a:xfrm>
          <a:off x="2342052" y="1317783"/>
          <a:ext cx="218240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Inspection Plan</a:t>
          </a:r>
        </a:p>
      </dsp:txBody>
      <dsp:txXfrm>
        <a:off x="2427824" y="1403555"/>
        <a:ext cx="2010857" cy="1585500"/>
      </dsp:txXfrm>
    </dsp:sp>
    <dsp:sp modelId="{997329CE-79CC-4826-80E3-6B7259115F7C}">
      <dsp:nvSpPr>
        <dsp:cNvPr id="0" name=""/>
        <dsp:cNvSpPr/>
      </dsp:nvSpPr>
      <dsp:spPr>
        <a:xfrm>
          <a:off x="4681743" y="1317783"/>
          <a:ext cx="218240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Inspection Lot</a:t>
          </a:r>
        </a:p>
      </dsp:txBody>
      <dsp:txXfrm>
        <a:off x="4767515" y="1403555"/>
        <a:ext cx="2010857" cy="1585500"/>
      </dsp:txXfrm>
    </dsp:sp>
    <dsp:sp modelId="{328EB667-6622-4414-ACC1-4EF0CD149AD2}">
      <dsp:nvSpPr>
        <dsp:cNvPr id="0" name=""/>
        <dsp:cNvSpPr/>
      </dsp:nvSpPr>
      <dsp:spPr>
        <a:xfrm>
          <a:off x="7021434" y="1317783"/>
          <a:ext cx="218240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Perform Inspection</a:t>
          </a:r>
        </a:p>
      </dsp:txBody>
      <dsp:txXfrm>
        <a:off x="7107206" y="1403555"/>
        <a:ext cx="2010857" cy="1585500"/>
      </dsp:txXfrm>
    </dsp:sp>
    <dsp:sp modelId="{CFEE804C-F1EB-45BE-8FD0-004746E566E4}">
      <dsp:nvSpPr>
        <dsp:cNvPr id="0" name=""/>
        <dsp:cNvSpPr/>
      </dsp:nvSpPr>
      <dsp:spPr>
        <a:xfrm>
          <a:off x="9361126" y="1317783"/>
          <a:ext cx="218240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/>
            <a:t>Usage Decision </a:t>
          </a:r>
        </a:p>
      </dsp:txBody>
      <dsp:txXfrm>
        <a:off x="9446898" y="1403555"/>
        <a:ext cx="2010857" cy="1585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9359B-12B6-4248-B636-9E10BACB1191}">
      <dsp:nvSpPr>
        <dsp:cNvPr id="0" name=""/>
        <dsp:cNvSpPr/>
      </dsp:nvSpPr>
      <dsp:spPr>
        <a:xfrm>
          <a:off x="865941" y="0"/>
          <a:ext cx="9814004" cy="43926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FFBA0-2F4C-421B-BA57-FFFA26F57ADB}">
      <dsp:nvSpPr>
        <dsp:cNvPr id="0" name=""/>
        <dsp:cNvSpPr/>
      </dsp:nvSpPr>
      <dsp:spPr>
        <a:xfrm>
          <a:off x="2730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Quality Info. Record</a:t>
          </a:r>
        </a:p>
      </dsp:txBody>
      <dsp:txXfrm>
        <a:off x="78527" y="1393580"/>
        <a:ext cx="1401117" cy="1605450"/>
      </dsp:txXfrm>
    </dsp:sp>
    <dsp:sp modelId="{1E43DA89-6B45-4981-9D74-3BF34A850732}">
      <dsp:nvSpPr>
        <dsp:cNvPr id="0" name=""/>
        <dsp:cNvSpPr/>
      </dsp:nvSpPr>
      <dsp:spPr>
        <a:xfrm>
          <a:off x="1667349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Inspection Plan</a:t>
          </a:r>
          <a:endParaRPr lang="en-US" sz="2100" kern="1200" dirty="0"/>
        </a:p>
      </dsp:txBody>
      <dsp:txXfrm>
        <a:off x="1743146" y="1393580"/>
        <a:ext cx="1401117" cy="1605450"/>
      </dsp:txXfrm>
    </dsp:sp>
    <dsp:sp modelId="{41BE0061-2665-4B12-89D1-F9E9C987D5FB}">
      <dsp:nvSpPr>
        <dsp:cNvPr id="0" name=""/>
        <dsp:cNvSpPr/>
      </dsp:nvSpPr>
      <dsp:spPr>
        <a:xfrm>
          <a:off x="3331968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Purchase Order</a:t>
          </a:r>
        </a:p>
      </dsp:txBody>
      <dsp:txXfrm>
        <a:off x="3407765" y="1393580"/>
        <a:ext cx="1401117" cy="1605450"/>
      </dsp:txXfrm>
    </dsp:sp>
    <dsp:sp modelId="{0895B11D-0D8D-42B0-B18B-7419AB0A608A}">
      <dsp:nvSpPr>
        <dsp:cNvPr id="0" name=""/>
        <dsp:cNvSpPr/>
      </dsp:nvSpPr>
      <dsp:spPr>
        <a:xfrm>
          <a:off x="4996588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Receiving Material </a:t>
          </a:r>
        </a:p>
      </dsp:txBody>
      <dsp:txXfrm>
        <a:off x="5072385" y="1393580"/>
        <a:ext cx="1401117" cy="1605450"/>
      </dsp:txXfrm>
    </dsp:sp>
    <dsp:sp modelId="{997329CE-79CC-4826-80E3-6B7259115F7C}">
      <dsp:nvSpPr>
        <dsp:cNvPr id="0" name=""/>
        <dsp:cNvSpPr/>
      </dsp:nvSpPr>
      <dsp:spPr>
        <a:xfrm>
          <a:off x="6661207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Inspection Lot</a:t>
          </a:r>
        </a:p>
      </dsp:txBody>
      <dsp:txXfrm>
        <a:off x="6737004" y="1393580"/>
        <a:ext cx="1401117" cy="1605450"/>
      </dsp:txXfrm>
    </dsp:sp>
    <dsp:sp modelId="{328EB667-6622-4414-ACC1-4EF0CD149AD2}">
      <dsp:nvSpPr>
        <dsp:cNvPr id="0" name=""/>
        <dsp:cNvSpPr/>
      </dsp:nvSpPr>
      <dsp:spPr>
        <a:xfrm>
          <a:off x="8325826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/>
            <a:t>Perform Inspection</a:t>
          </a:r>
        </a:p>
      </dsp:txBody>
      <dsp:txXfrm>
        <a:off x="8401623" y="1393580"/>
        <a:ext cx="1401117" cy="1605450"/>
      </dsp:txXfrm>
    </dsp:sp>
    <dsp:sp modelId="{CFEE804C-F1EB-45BE-8FD0-004746E566E4}">
      <dsp:nvSpPr>
        <dsp:cNvPr id="0" name=""/>
        <dsp:cNvSpPr/>
      </dsp:nvSpPr>
      <dsp:spPr>
        <a:xfrm>
          <a:off x="9990445" y="1317783"/>
          <a:ext cx="1552711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Usage Decision </a:t>
          </a:r>
        </a:p>
      </dsp:txBody>
      <dsp:txXfrm>
        <a:off x="10066242" y="1393580"/>
        <a:ext cx="1401117" cy="16054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0C3D1-73E4-44A0-8C20-A4690AE30A84}">
      <dsp:nvSpPr>
        <dsp:cNvPr id="0" name=""/>
        <dsp:cNvSpPr/>
      </dsp:nvSpPr>
      <dsp:spPr>
        <a:xfrm>
          <a:off x="865941" y="0"/>
          <a:ext cx="9814004" cy="43926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6AB93-DA48-4300-BFC3-AA9988ED94D9}">
      <dsp:nvSpPr>
        <dsp:cNvPr id="0" name=""/>
        <dsp:cNvSpPr/>
      </dsp:nvSpPr>
      <dsp:spPr>
        <a:xfrm>
          <a:off x="3726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Quality Info Record </a:t>
          </a:r>
        </a:p>
      </dsp:txBody>
      <dsp:txXfrm>
        <a:off x="56516" y="1370573"/>
        <a:ext cx="975833" cy="1651464"/>
      </dsp:txXfrm>
    </dsp:sp>
    <dsp:sp modelId="{0DEECA12-A706-4676-800D-F314DBA8E2D8}">
      <dsp:nvSpPr>
        <dsp:cNvPr id="0" name=""/>
        <dsp:cNvSpPr/>
      </dsp:nvSpPr>
      <dsp:spPr>
        <a:xfrm>
          <a:off x="1165617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Inspection Plan</a:t>
          </a:r>
        </a:p>
      </dsp:txBody>
      <dsp:txXfrm>
        <a:off x="1218407" y="1370573"/>
        <a:ext cx="975833" cy="1651464"/>
      </dsp:txXfrm>
    </dsp:sp>
    <dsp:sp modelId="{F7835C23-4D32-496C-AE96-CCADD1C30460}">
      <dsp:nvSpPr>
        <dsp:cNvPr id="0" name=""/>
        <dsp:cNvSpPr/>
      </dsp:nvSpPr>
      <dsp:spPr>
        <a:xfrm>
          <a:off x="2327508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Goods Issue</a:t>
          </a:r>
        </a:p>
      </dsp:txBody>
      <dsp:txXfrm>
        <a:off x="2380298" y="1370573"/>
        <a:ext cx="975833" cy="1651464"/>
      </dsp:txXfrm>
    </dsp:sp>
    <dsp:sp modelId="{68B868F8-7F30-496C-AAA7-F2CF3B36526C}">
      <dsp:nvSpPr>
        <dsp:cNvPr id="0" name=""/>
        <dsp:cNvSpPr/>
      </dsp:nvSpPr>
      <dsp:spPr>
        <a:xfrm>
          <a:off x="3489400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Inspection Lot</a:t>
          </a:r>
        </a:p>
      </dsp:txBody>
      <dsp:txXfrm>
        <a:off x="3542190" y="1370573"/>
        <a:ext cx="975833" cy="1651464"/>
      </dsp:txXfrm>
    </dsp:sp>
    <dsp:sp modelId="{34B573FC-CB4B-471C-A2FB-28F2685EEA46}">
      <dsp:nvSpPr>
        <dsp:cNvPr id="0" name=""/>
        <dsp:cNvSpPr/>
      </dsp:nvSpPr>
      <dsp:spPr>
        <a:xfrm>
          <a:off x="4651291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Perform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Inspection</a:t>
          </a:r>
        </a:p>
      </dsp:txBody>
      <dsp:txXfrm>
        <a:off x="4704081" y="1370573"/>
        <a:ext cx="975833" cy="1651464"/>
      </dsp:txXfrm>
    </dsp:sp>
    <dsp:sp modelId="{26170AE9-5A75-4F79-A75C-E210E076CD0A}">
      <dsp:nvSpPr>
        <dsp:cNvPr id="0" name=""/>
        <dsp:cNvSpPr/>
      </dsp:nvSpPr>
      <dsp:spPr>
        <a:xfrm>
          <a:off x="5813182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Usage Decision</a:t>
          </a:r>
        </a:p>
      </dsp:txBody>
      <dsp:txXfrm>
        <a:off x="5865972" y="1370573"/>
        <a:ext cx="975833" cy="1651464"/>
      </dsp:txXfrm>
    </dsp:sp>
    <dsp:sp modelId="{5822AF88-26EA-4C12-9AEC-10073AA6D1F4}">
      <dsp:nvSpPr>
        <dsp:cNvPr id="0" name=""/>
        <dsp:cNvSpPr/>
      </dsp:nvSpPr>
      <dsp:spPr>
        <a:xfrm>
          <a:off x="6975073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Goods Receipt</a:t>
          </a:r>
        </a:p>
      </dsp:txBody>
      <dsp:txXfrm>
        <a:off x="7027863" y="1370573"/>
        <a:ext cx="975833" cy="1651464"/>
      </dsp:txXfrm>
    </dsp:sp>
    <dsp:sp modelId="{92D463D5-AA28-4BFD-979C-F90FF0C744CE}">
      <dsp:nvSpPr>
        <dsp:cNvPr id="0" name=""/>
        <dsp:cNvSpPr/>
      </dsp:nvSpPr>
      <dsp:spPr>
        <a:xfrm>
          <a:off x="8136965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Sales Order</a:t>
          </a:r>
        </a:p>
      </dsp:txBody>
      <dsp:txXfrm>
        <a:off x="8189755" y="1370573"/>
        <a:ext cx="975833" cy="1651464"/>
      </dsp:txXfrm>
    </dsp:sp>
    <dsp:sp modelId="{2617BFF7-FE50-4DF6-969F-0B1484198DE8}">
      <dsp:nvSpPr>
        <dsp:cNvPr id="0" name=""/>
        <dsp:cNvSpPr/>
      </dsp:nvSpPr>
      <dsp:spPr>
        <a:xfrm>
          <a:off x="9298856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Outbound Delivery</a:t>
          </a:r>
        </a:p>
      </dsp:txBody>
      <dsp:txXfrm>
        <a:off x="9351646" y="1370573"/>
        <a:ext cx="975833" cy="1651464"/>
      </dsp:txXfrm>
    </dsp:sp>
    <dsp:sp modelId="{74151F3D-CD95-451F-A630-F8E7ED946E73}">
      <dsp:nvSpPr>
        <dsp:cNvPr id="0" name=""/>
        <dsp:cNvSpPr/>
      </dsp:nvSpPr>
      <dsp:spPr>
        <a:xfrm>
          <a:off x="10460747" y="1317783"/>
          <a:ext cx="1081413" cy="17570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Invoice</a:t>
          </a:r>
        </a:p>
      </dsp:txBody>
      <dsp:txXfrm>
        <a:off x="10513537" y="1370573"/>
        <a:ext cx="975833" cy="1651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908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775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/>
              <a:t>Organizational units displayed in grey are not yet implemented, but are already planned </a:t>
            </a:r>
            <a:r>
              <a:rPr lang="en-US" altLang="de-DE"/>
              <a:t>in Global</a:t>
            </a:r>
            <a:r>
              <a:rPr lang="en-US" altLang="de-DE" baseline="0"/>
              <a:t> Bike</a:t>
            </a:r>
            <a:r>
              <a:rPr lang="en-US" altLang="de-DE"/>
              <a:t>.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0546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83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dirty="0"/>
              <a:t>All of this together makes up the Master Record for a Material.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41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40"/>
          <a:stretch/>
        </p:blipFill>
        <p:spPr>
          <a:xfrm>
            <a:off x="0" y="0"/>
            <a:ext cx="12195175" cy="687950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 dirty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&lt;First Name&gt; &lt;Last name&gt;, &lt;Organization&gt; (delete if not needed)</a:t>
            </a:r>
            <a:br>
              <a:rPr lang="en-US" dirty="0"/>
            </a:br>
            <a:r>
              <a:rPr lang="en-US" dirty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/>
              <a:t>Alternate Presentation Title</a:t>
            </a:r>
            <a:br>
              <a:rPr lang="en-US" sz="3600" dirty="0"/>
            </a:br>
            <a:r>
              <a:rPr lang="en-US" sz="3600" dirty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 dirty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  <a:p>
            <a:pPr lvl="0"/>
            <a:r>
              <a:rPr lang="en-US" dirty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  <a:p>
            <a:pPr lvl="0"/>
            <a:r>
              <a:rPr lang="en-US" dirty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  <a:p>
            <a:pPr lvl="0"/>
            <a:r>
              <a:rPr lang="en-US" dirty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&lt;Agenda&gt;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 dirty="0"/>
              <a:t>Thank</a:t>
            </a:r>
            <a:r>
              <a:rPr lang="en-US" sz="6000" baseline="0" noProof="0" dirty="0"/>
              <a:t> you</a:t>
            </a:r>
            <a:r>
              <a:rPr lang="en-US" sz="6000" noProof="0" dirty="0"/>
              <a:t>!</a:t>
            </a:r>
            <a:endParaRPr lang="en-US" sz="6000" kern="0" noProof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/>
              <a:t>Contact</a:t>
            </a:r>
          </a:p>
          <a:p>
            <a:pPr lvl="0"/>
            <a:endParaRPr lang="en-US" noProof="0" dirty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&lt;3.1 (</a:t>
            </a:r>
            <a:r>
              <a:rPr lang="de-DE" noProof="0" dirty="0" err="1"/>
              <a:t>July</a:t>
            </a:r>
            <a:r>
              <a:rPr lang="de-DE" noProof="0" dirty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 dirty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&lt;server-side&gt;</a:t>
            </a:r>
          </a:p>
          <a:p>
            <a:pPr lvl="0"/>
            <a:r>
              <a:rPr lang="en-US" dirty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&lt;curricula&gt;</a:t>
            </a:r>
          </a:p>
          <a:p>
            <a:pPr lvl="0"/>
            <a:r>
              <a:rPr lang="en-US" dirty="0"/>
              <a:t>&lt;other prerequisites&gt;</a:t>
            </a:r>
            <a:endParaRPr lang="de-DE" dirty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/>
              <a:t>&lt;</a:t>
            </a:r>
            <a:r>
              <a:rPr lang="de-DE" noProof="0" dirty="0" err="1"/>
              <a:t>server</a:t>
            </a:r>
            <a:r>
              <a:rPr lang="de-DE" noProof="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381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/>
              <a:t>Insert page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&lt;level 1&gt;</a:t>
            </a:r>
          </a:p>
          <a:p>
            <a:pPr lvl="1"/>
            <a:r>
              <a:rPr lang="en-US" noProof="0" dirty="0"/>
              <a:t>&lt;level 2&gt;</a:t>
            </a:r>
          </a:p>
          <a:p>
            <a:pPr lvl="2"/>
            <a:r>
              <a:rPr lang="en-US" noProof="0" dirty="0"/>
              <a:t>&lt;level 3&gt;</a:t>
            </a:r>
          </a:p>
          <a:p>
            <a:pPr lvl="3"/>
            <a:r>
              <a:rPr lang="en-US" noProof="0" dirty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>
                <a:solidFill>
                  <a:srgbClr val="FFFFFF"/>
                </a:solidFill>
              </a:rPr>
              <a:t>© </a:t>
            </a:r>
            <a:r>
              <a:rPr lang="en-US" sz="900" dirty="0" smtClean="0">
                <a:solidFill>
                  <a:srgbClr val="FFFFFF"/>
                </a:solidFill>
              </a:rPr>
              <a:t>202</a:t>
            </a:r>
            <a:r>
              <a:rPr lang="de-DE" sz="900" dirty="0" smtClean="0">
                <a:solidFill>
                  <a:srgbClr val="FFFFFF"/>
                </a:solidFill>
              </a:rPr>
              <a:t>5</a:t>
            </a:r>
            <a:r>
              <a:rPr lang="en-US" sz="900" dirty="0" smtClean="0">
                <a:solidFill>
                  <a:srgbClr val="FFFFFF"/>
                </a:solidFill>
              </a:rPr>
              <a:t> </a:t>
            </a:r>
            <a:r>
              <a:rPr lang="en-US" sz="900" dirty="0">
                <a:solidFill>
                  <a:srgbClr val="FFFFFF"/>
                </a:solidFill>
              </a:rPr>
              <a:t>SAP</a:t>
            </a:r>
            <a:r>
              <a:rPr lang="en-US" sz="900" baseline="0" dirty="0">
                <a:solidFill>
                  <a:srgbClr val="FFFFFF"/>
                </a:solidFill>
              </a:rPr>
              <a:t> SE / SAP UCC Magdeburg</a:t>
            </a:r>
            <a:r>
              <a:rPr lang="en-US" sz="900" dirty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Quality Management (QM)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Curriculum: Introduction to S/4HANA using Global Bike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8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SAP S/4HANA </a:t>
            </a:r>
            <a:r>
              <a:rPr lang="de-DE" dirty="0" smtClean="0"/>
              <a:t>2023</a:t>
            </a:r>
          </a:p>
          <a:p>
            <a:r>
              <a:rPr lang="de-DE" dirty="0" err="1" smtClean="0"/>
              <a:t>Fiori</a:t>
            </a:r>
            <a:r>
              <a:rPr lang="de-DE" dirty="0" smtClean="0"/>
              <a:t> 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 Prerequisites needed</a:t>
            </a:r>
          </a:p>
          <a:p>
            <a:endParaRPr lang="en-US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4.</a:t>
            </a:r>
            <a:r>
              <a:rPr lang="de-DE" dirty="0"/>
              <a:t>3</a:t>
            </a:r>
            <a:r>
              <a:rPr lang="en-US" dirty="0" smtClean="0"/>
              <a:t> (</a:t>
            </a:r>
            <a:r>
              <a:rPr lang="de-DE" dirty="0" smtClean="0"/>
              <a:t>June 2025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6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Tim Böttcher</a:t>
            </a:r>
          </a:p>
          <a:p>
            <a:r>
              <a:rPr lang="de-DE" dirty="0"/>
              <a:t>Babett Ruß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Beginner</a:t>
            </a:r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72000" indent="0">
              <a:buNone/>
            </a:pPr>
            <a:r>
              <a:rPr lang="en-US" dirty="0"/>
              <a:t>You are able to</a:t>
            </a:r>
          </a:p>
          <a:p>
            <a:r>
              <a:rPr lang="en-US" dirty="0"/>
              <a:t>name functionalities of the QM module.</a:t>
            </a:r>
          </a:p>
          <a:p>
            <a:r>
              <a:rPr lang="en-US" dirty="0"/>
              <a:t>define the central organizational structures of the QM module.</a:t>
            </a:r>
          </a:p>
          <a:p>
            <a:r>
              <a:rPr lang="en-US" dirty="0"/>
              <a:t>summarize the master data which is most important for the QM module.</a:t>
            </a:r>
          </a:p>
          <a:p>
            <a:r>
              <a:rPr lang="en-US" dirty="0"/>
              <a:t>explain a standard QM process.</a:t>
            </a:r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de-DE" dirty="0"/>
              <a:t>Control in </a:t>
            </a:r>
            <a:r>
              <a:rPr lang="de-DE" dirty="0" err="1"/>
              <a:t>Logistics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Archiving</a:t>
            </a:r>
            <a:endParaRPr lang="de-DE" dirty="0"/>
          </a:p>
          <a:p>
            <a:endParaRPr lang="de-DE" dirty="0"/>
          </a:p>
          <a:p>
            <a:r>
              <a:rPr lang="de-DE" dirty="0"/>
              <a:t>Data Transfer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/>
              <a:t>Quality Planning</a:t>
            </a:r>
          </a:p>
          <a:p>
            <a:endParaRPr lang="en-US" altLang="de-DE" dirty="0"/>
          </a:p>
          <a:p>
            <a:r>
              <a:rPr lang="en-US" altLang="de-DE" dirty="0"/>
              <a:t>Quality Inspection</a:t>
            </a:r>
          </a:p>
          <a:p>
            <a:endParaRPr lang="en-US" altLang="de-DE" dirty="0"/>
          </a:p>
          <a:p>
            <a:r>
              <a:rPr lang="en-US" altLang="de-DE" dirty="0"/>
              <a:t>Quality Control</a:t>
            </a:r>
          </a:p>
          <a:p>
            <a:endParaRPr lang="en-US" altLang="de-DE" dirty="0"/>
          </a:p>
          <a:p>
            <a:r>
              <a:rPr lang="en-US" altLang="de-DE" dirty="0"/>
              <a:t>Quality Certificates</a:t>
            </a:r>
          </a:p>
          <a:p>
            <a:endParaRPr lang="en-US" altLang="de-DE" dirty="0"/>
          </a:p>
          <a:p>
            <a:r>
              <a:rPr lang="en-US" altLang="de-DE" dirty="0"/>
              <a:t>Quality Notifications</a:t>
            </a:r>
          </a:p>
          <a:p>
            <a:endParaRPr lang="en-US" altLang="de-DE" dirty="0"/>
          </a:p>
          <a:p>
            <a:r>
              <a:rPr lang="en-US" altLang="de-DE" dirty="0"/>
              <a:t>Test Equipment Management</a:t>
            </a:r>
          </a:p>
          <a:p>
            <a:endParaRPr lang="en-US" altLang="de-DE" dirty="0"/>
          </a:p>
          <a:p>
            <a:r>
              <a:rPr lang="en-US" altLang="de-DE" dirty="0"/>
              <a:t>Inspection Using Multiple Specifications</a:t>
            </a:r>
          </a:p>
          <a:p>
            <a:endParaRPr lang="en-US" altLang="de-DE" dirty="0"/>
          </a:p>
          <a:p>
            <a:r>
              <a:rPr lang="en-US" altLang="de-DE" dirty="0"/>
              <a:t>Stability Study</a:t>
            </a:r>
          </a:p>
          <a:p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Functionality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714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Unit 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QM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chemeClr val="bg2"/>
                </a:solidFill>
              </a:rPr>
              <a:t>QM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chemeClr val="bg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chemeClr val="bg2"/>
                </a:solidFill>
              </a:rPr>
              <a:t>QM Processes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chemeClr val="bg2"/>
              </a:solidFill>
            </a:endParaRP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chemeClr val="bg2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942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482073"/>
            <a:ext cx="11545200" cy="4392042"/>
          </a:xfrm>
        </p:spPr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Client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An independent environment in the system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Company Code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Smallest org unit for which you can maintain a legal set of books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Plant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Operating area or branch within a company</a:t>
            </a:r>
          </a:p>
          <a:p>
            <a:pPr lvl="2">
              <a:tabLst>
                <a:tab pos="1971675" algn="l"/>
              </a:tabLst>
            </a:pPr>
            <a:r>
              <a:rPr lang="en-US" altLang="de-DE" dirty="0"/>
              <a:t>Manufacturing, distribution, purchasing or maintenance facility</a:t>
            </a:r>
          </a:p>
          <a:p>
            <a:pPr lvl="2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Storage Location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An organizational unit allowing differentiation between the various stocks of a material in a plant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QM Organizational 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80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Purchasing Organization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The buying activity for a plant takes place at the purchasing organization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Organization unit responsible for procuring services  and materials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Negotiates conditions of the purchase with the vendors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Purchasing Group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Key that represents the buyer or group of buyers who are responsible for certain purchasing activities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Channel of communication for vendors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QM Organizational 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691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Global Bike Structure for Quality Management </a:t>
            </a:r>
            <a:endParaRPr lang="de-DE" dirty="0"/>
          </a:p>
        </p:txBody>
      </p:sp>
      <p:grpSp>
        <p:nvGrpSpPr>
          <p:cNvPr id="68" name="Gruppieren 67"/>
          <p:cNvGrpSpPr/>
          <p:nvPr/>
        </p:nvGrpSpPr>
        <p:grpSpPr>
          <a:xfrm>
            <a:off x="2111181" y="1922569"/>
            <a:ext cx="7970838" cy="3929062"/>
            <a:chOff x="539750" y="1557338"/>
            <a:chExt cx="7970838" cy="3929062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white">
            <a:xfrm>
              <a:off x="3114675" y="1557338"/>
              <a:ext cx="1312863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white">
            <a:xfrm>
              <a:off x="3776663" y="1916113"/>
              <a:ext cx="0" cy="360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" name="Line 10"/>
            <p:cNvSpPr>
              <a:spLocks noChangeShapeType="1"/>
            </p:cNvSpPr>
            <p:nvPr/>
          </p:nvSpPr>
          <p:spPr bwMode="white">
            <a:xfrm>
              <a:off x="1835150" y="2276475"/>
              <a:ext cx="3816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white">
            <a:xfrm>
              <a:off x="1042988" y="2565400"/>
              <a:ext cx="1720850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Inc.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white">
            <a:xfrm>
              <a:off x="4140200" y="2565400"/>
              <a:ext cx="2917825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Global Bike Germany GmbH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white">
            <a:xfrm>
              <a:off x="183515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white">
            <a:xfrm>
              <a:off x="5651500" y="2276475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white">
            <a:xfrm>
              <a:off x="1835150" y="2924175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white">
            <a:xfrm>
              <a:off x="920750" y="3284538"/>
              <a:ext cx="2571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white">
            <a:xfrm>
              <a:off x="920750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white">
            <a:xfrm>
              <a:off x="2373313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white">
            <a:xfrm>
              <a:off x="539750" y="3573463"/>
              <a:ext cx="792163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 dirty="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Dallas</a:t>
              </a:r>
              <a:endParaRPr lang="de-DE" altLang="de-DE" sz="1600" dirty="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white">
            <a:xfrm>
              <a:off x="1835150" y="3573463"/>
              <a:ext cx="1185863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San Diego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white">
            <a:xfrm>
              <a:off x="5651500" y="2924175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white">
            <a:xfrm>
              <a:off x="5076825" y="3284538"/>
              <a:ext cx="1295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white">
            <a:xfrm>
              <a:off x="5076825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0" name="Line 8"/>
            <p:cNvSpPr>
              <a:spLocks noChangeShapeType="1"/>
            </p:cNvSpPr>
            <p:nvPr/>
          </p:nvSpPr>
          <p:spPr bwMode="white">
            <a:xfrm>
              <a:off x="6372225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3132138" y="3573463"/>
              <a:ext cx="771525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Miami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white">
            <a:xfrm>
              <a:off x="5867400" y="3573463"/>
              <a:ext cx="1084263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Hamburg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white">
            <a:xfrm>
              <a:off x="4481513" y="3573463"/>
              <a:ext cx="1243012" cy="349250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6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Heidelberg</a:t>
              </a:r>
              <a:endParaRPr lang="de-DE" altLang="de-DE" sz="16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white">
            <a:xfrm>
              <a:off x="7918450" y="1557338"/>
              <a:ext cx="56832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Client</a:t>
              </a:r>
              <a:endParaRPr lang="de-DE" altLang="de-DE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5" name="Rectangle 5"/>
            <p:cNvSpPr>
              <a:spLocks noChangeArrowheads="1"/>
            </p:cNvSpPr>
            <p:nvPr/>
          </p:nvSpPr>
          <p:spPr bwMode="white">
            <a:xfrm>
              <a:off x="7680325" y="2524125"/>
              <a:ext cx="8302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Company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Code</a:t>
              </a:r>
              <a:endParaRPr lang="de-DE" altLang="de-DE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white">
            <a:xfrm>
              <a:off x="7969250" y="3605213"/>
              <a:ext cx="52705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Plant</a:t>
              </a:r>
              <a:endParaRPr lang="de-DE" altLang="de-DE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white">
            <a:xfrm>
              <a:off x="7739063" y="4365625"/>
              <a:ext cx="7540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Storage</a:t>
              </a:r>
            </a:p>
            <a:p>
              <a:pPr algn="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b="0"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Location</a:t>
              </a:r>
              <a:endParaRPr lang="de-DE" altLang="de-DE" b="0"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white">
            <a:xfrm>
              <a:off x="611188" y="3933825"/>
              <a:ext cx="0" cy="14398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white">
            <a:xfrm>
              <a:off x="682625" y="4149725"/>
              <a:ext cx="1036638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Raw Materials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white">
            <a:xfrm>
              <a:off x="685800" y="4508500"/>
              <a:ext cx="116522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Semi-fin.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white">
            <a:xfrm>
              <a:off x="684213" y="4868863"/>
              <a:ext cx="1150937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white">
            <a:xfrm>
              <a:off x="690563" y="5229225"/>
              <a:ext cx="10572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white">
            <a:xfrm>
              <a:off x="611188" y="4292600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white">
            <a:xfrm>
              <a:off x="611188" y="4652963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white">
            <a:xfrm>
              <a:off x="611188" y="5013325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6" name="Line 10"/>
            <p:cNvSpPr>
              <a:spLocks noChangeShapeType="1"/>
            </p:cNvSpPr>
            <p:nvPr/>
          </p:nvSpPr>
          <p:spPr bwMode="white">
            <a:xfrm>
              <a:off x="611188" y="5373688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7" name="Line 8"/>
            <p:cNvSpPr>
              <a:spLocks noChangeShapeType="1"/>
            </p:cNvSpPr>
            <p:nvPr/>
          </p:nvSpPr>
          <p:spPr bwMode="white">
            <a:xfrm>
              <a:off x="1938338" y="3933825"/>
              <a:ext cx="1587" cy="1079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8" name="Rectangle 5"/>
            <p:cNvSpPr>
              <a:spLocks noChangeArrowheads="1"/>
            </p:cNvSpPr>
            <p:nvPr/>
          </p:nvSpPr>
          <p:spPr bwMode="white">
            <a:xfrm>
              <a:off x="2012950" y="4149725"/>
              <a:ext cx="10953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Trading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9" name="Rectangle 5"/>
            <p:cNvSpPr>
              <a:spLocks noChangeArrowheads="1"/>
            </p:cNvSpPr>
            <p:nvPr/>
          </p:nvSpPr>
          <p:spPr bwMode="white">
            <a:xfrm>
              <a:off x="2011363" y="4510088"/>
              <a:ext cx="1150937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0" name="Rectangle 5"/>
            <p:cNvSpPr>
              <a:spLocks noChangeArrowheads="1"/>
            </p:cNvSpPr>
            <p:nvPr/>
          </p:nvSpPr>
          <p:spPr bwMode="white">
            <a:xfrm>
              <a:off x="2017713" y="4870450"/>
              <a:ext cx="10572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white">
            <a:xfrm>
              <a:off x="1938338" y="4294188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white">
            <a:xfrm>
              <a:off x="1938338" y="4654550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43" name="Line 10"/>
            <p:cNvSpPr>
              <a:spLocks noChangeShapeType="1"/>
            </p:cNvSpPr>
            <p:nvPr/>
          </p:nvSpPr>
          <p:spPr bwMode="white">
            <a:xfrm>
              <a:off x="1938338" y="5014913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44" name="Line 8"/>
            <p:cNvSpPr>
              <a:spLocks noChangeShapeType="1"/>
            </p:cNvSpPr>
            <p:nvPr/>
          </p:nvSpPr>
          <p:spPr bwMode="white">
            <a:xfrm>
              <a:off x="3492500" y="3284538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45" name="Line 8"/>
            <p:cNvSpPr>
              <a:spLocks noChangeShapeType="1"/>
            </p:cNvSpPr>
            <p:nvPr/>
          </p:nvSpPr>
          <p:spPr bwMode="white">
            <a:xfrm>
              <a:off x="3252788" y="3933825"/>
              <a:ext cx="1587" cy="1079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46" name="Rectangle 5"/>
            <p:cNvSpPr>
              <a:spLocks noChangeArrowheads="1"/>
            </p:cNvSpPr>
            <p:nvPr/>
          </p:nvSpPr>
          <p:spPr bwMode="white">
            <a:xfrm>
              <a:off x="3327400" y="4149725"/>
              <a:ext cx="10953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Trading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white">
            <a:xfrm>
              <a:off x="3325813" y="4510088"/>
              <a:ext cx="1150937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8" name="Rectangle 5"/>
            <p:cNvSpPr>
              <a:spLocks noChangeArrowheads="1"/>
            </p:cNvSpPr>
            <p:nvPr/>
          </p:nvSpPr>
          <p:spPr bwMode="white">
            <a:xfrm>
              <a:off x="3332163" y="4870450"/>
              <a:ext cx="10572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49" name="Line 10"/>
            <p:cNvSpPr>
              <a:spLocks noChangeShapeType="1"/>
            </p:cNvSpPr>
            <p:nvPr/>
          </p:nvSpPr>
          <p:spPr bwMode="white">
            <a:xfrm>
              <a:off x="3252788" y="4294188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white">
            <a:xfrm>
              <a:off x="3252788" y="4654550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white">
            <a:xfrm>
              <a:off x="3252788" y="5014913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2" name="Line 8"/>
            <p:cNvSpPr>
              <a:spLocks noChangeShapeType="1"/>
            </p:cNvSpPr>
            <p:nvPr/>
          </p:nvSpPr>
          <p:spPr bwMode="white">
            <a:xfrm>
              <a:off x="4570413" y="3933825"/>
              <a:ext cx="0" cy="14398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3" name="Rectangle 5"/>
            <p:cNvSpPr>
              <a:spLocks noChangeArrowheads="1"/>
            </p:cNvSpPr>
            <p:nvPr/>
          </p:nvSpPr>
          <p:spPr bwMode="white">
            <a:xfrm>
              <a:off x="4641850" y="4149725"/>
              <a:ext cx="1036638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Raw Materials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4" name="Rectangle 5"/>
            <p:cNvSpPr>
              <a:spLocks noChangeArrowheads="1"/>
            </p:cNvSpPr>
            <p:nvPr/>
          </p:nvSpPr>
          <p:spPr bwMode="white">
            <a:xfrm>
              <a:off x="4645025" y="4508500"/>
              <a:ext cx="116522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Semi-fin.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5" name="Rectangle 5"/>
            <p:cNvSpPr>
              <a:spLocks noChangeArrowheads="1"/>
            </p:cNvSpPr>
            <p:nvPr/>
          </p:nvSpPr>
          <p:spPr bwMode="white">
            <a:xfrm>
              <a:off x="4643438" y="4868863"/>
              <a:ext cx="1150937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6" name="Rectangle 5"/>
            <p:cNvSpPr>
              <a:spLocks noChangeArrowheads="1"/>
            </p:cNvSpPr>
            <p:nvPr/>
          </p:nvSpPr>
          <p:spPr bwMode="white">
            <a:xfrm>
              <a:off x="4649788" y="5229225"/>
              <a:ext cx="10572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57" name="Line 10"/>
            <p:cNvSpPr>
              <a:spLocks noChangeShapeType="1"/>
            </p:cNvSpPr>
            <p:nvPr/>
          </p:nvSpPr>
          <p:spPr bwMode="white">
            <a:xfrm>
              <a:off x="4570413" y="4292600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8" name="Line 10"/>
            <p:cNvSpPr>
              <a:spLocks noChangeShapeType="1"/>
            </p:cNvSpPr>
            <p:nvPr/>
          </p:nvSpPr>
          <p:spPr bwMode="white">
            <a:xfrm>
              <a:off x="4570413" y="4652963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white">
            <a:xfrm>
              <a:off x="4570413" y="5013325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white">
            <a:xfrm>
              <a:off x="4570413" y="5373688"/>
              <a:ext cx="71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1" name="Line 8"/>
            <p:cNvSpPr>
              <a:spLocks noChangeShapeType="1"/>
            </p:cNvSpPr>
            <p:nvPr/>
          </p:nvSpPr>
          <p:spPr bwMode="white">
            <a:xfrm>
              <a:off x="5937250" y="3933825"/>
              <a:ext cx="1588" cy="1079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2" name="Rectangle 5"/>
            <p:cNvSpPr>
              <a:spLocks noChangeArrowheads="1"/>
            </p:cNvSpPr>
            <p:nvPr/>
          </p:nvSpPr>
          <p:spPr bwMode="white">
            <a:xfrm>
              <a:off x="6011863" y="4149725"/>
              <a:ext cx="10953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Trading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3" name="Rectangle 5"/>
            <p:cNvSpPr>
              <a:spLocks noChangeArrowheads="1"/>
            </p:cNvSpPr>
            <p:nvPr/>
          </p:nvSpPr>
          <p:spPr bwMode="white">
            <a:xfrm>
              <a:off x="6010275" y="4510088"/>
              <a:ext cx="1150938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Finished Goods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4" name="Rectangle 5"/>
            <p:cNvSpPr>
              <a:spLocks noChangeArrowheads="1"/>
            </p:cNvSpPr>
            <p:nvPr/>
          </p:nvSpPr>
          <p:spPr bwMode="white">
            <a:xfrm>
              <a:off x="6016625" y="4870450"/>
              <a:ext cx="1057275" cy="257175"/>
            </a:xfrm>
            <a:prstGeom prst="rect">
              <a:avLst/>
            </a:prstGeom>
            <a:solidFill>
              <a:srgbClr val="00488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 marL="244475" indent="-244475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altLang="de-DE" sz="1000">
                  <a:solidFill>
                    <a:schemeClr val="bg1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Miscellaneous</a:t>
              </a:r>
              <a:endParaRPr lang="de-DE" altLang="de-DE" sz="1000">
                <a:solidFill>
                  <a:schemeClr val="bg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5" name="Line 10"/>
            <p:cNvSpPr>
              <a:spLocks noChangeShapeType="1"/>
            </p:cNvSpPr>
            <p:nvPr/>
          </p:nvSpPr>
          <p:spPr bwMode="white">
            <a:xfrm>
              <a:off x="5937250" y="4294188"/>
              <a:ext cx="71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6" name="Line 10"/>
            <p:cNvSpPr>
              <a:spLocks noChangeShapeType="1"/>
            </p:cNvSpPr>
            <p:nvPr/>
          </p:nvSpPr>
          <p:spPr bwMode="white">
            <a:xfrm>
              <a:off x="5937250" y="4654550"/>
              <a:ext cx="71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white">
            <a:xfrm>
              <a:off x="5937250" y="5014913"/>
              <a:ext cx="71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06137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Global Bike Enterprise Structure in SAP ERP (Logistics)</a:t>
            </a:r>
            <a:endParaRPr lang="de-DE" dirty="0"/>
          </a:p>
        </p:txBody>
      </p:sp>
      <p:grpSp>
        <p:nvGrpSpPr>
          <p:cNvPr id="78" name="Gruppieren 77"/>
          <p:cNvGrpSpPr/>
          <p:nvPr/>
        </p:nvGrpSpPr>
        <p:grpSpPr>
          <a:xfrm>
            <a:off x="1638900" y="1399487"/>
            <a:ext cx="8915400" cy="4979410"/>
            <a:chOff x="76200" y="1219200"/>
            <a:chExt cx="8915400" cy="4979410"/>
          </a:xfrm>
        </p:grpSpPr>
        <p:sp>
          <p:nvSpPr>
            <p:cNvPr id="4" name="AutoShape 16"/>
            <p:cNvSpPr>
              <a:spLocks noChangeArrowheads="1"/>
            </p:cNvSpPr>
            <p:nvPr/>
          </p:nvSpPr>
          <p:spPr bwMode="auto">
            <a:xfrm>
              <a:off x="76200" y="1219200"/>
              <a:ext cx="8915400" cy="4953000"/>
            </a:xfrm>
            <a:prstGeom prst="parallelogram">
              <a:avLst>
                <a:gd name="adj" fmla="val 45000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5" name="Text Box 17"/>
            <p:cNvSpPr txBox="1">
              <a:spLocks noChangeArrowheads="1"/>
            </p:cNvSpPr>
            <p:nvPr/>
          </p:nvSpPr>
          <p:spPr bwMode="auto">
            <a:xfrm>
              <a:off x="179387" y="5857875"/>
              <a:ext cx="1944687" cy="340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 dirty="0"/>
                <a:t>Client Global Bike</a:t>
              </a:r>
            </a:p>
          </p:txBody>
        </p:sp>
        <p:sp>
          <p:nvSpPr>
            <p:cNvPr id="6" name="AutoShape 19"/>
            <p:cNvSpPr>
              <a:spLocks noChangeArrowheads="1"/>
            </p:cNvSpPr>
            <p:nvPr/>
          </p:nvSpPr>
          <p:spPr bwMode="auto">
            <a:xfrm>
              <a:off x="304800" y="1268413"/>
              <a:ext cx="4267200" cy="4572000"/>
            </a:xfrm>
            <a:prstGeom prst="parallelogram">
              <a:avLst>
                <a:gd name="adj" fmla="val 47731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293688" y="555783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US00</a:t>
              </a:r>
            </a:p>
          </p:txBody>
        </p:sp>
        <p:sp>
          <p:nvSpPr>
            <p:cNvPr id="8" name="AutoShape 21"/>
            <p:cNvSpPr>
              <a:spLocks noChangeArrowheads="1"/>
            </p:cNvSpPr>
            <p:nvPr/>
          </p:nvSpPr>
          <p:spPr bwMode="auto">
            <a:xfrm>
              <a:off x="523875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9" name="AutoShape 22"/>
            <p:cNvSpPr>
              <a:spLocks noChangeArrowheads="1"/>
            </p:cNvSpPr>
            <p:nvPr/>
          </p:nvSpPr>
          <p:spPr bwMode="auto">
            <a:xfrm>
              <a:off x="2700338" y="1268413"/>
              <a:ext cx="2808287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0" name="AutoShape 23"/>
            <p:cNvSpPr>
              <a:spLocks noChangeArrowheads="1"/>
            </p:cNvSpPr>
            <p:nvPr/>
          </p:nvSpPr>
          <p:spPr bwMode="auto">
            <a:xfrm>
              <a:off x="3995738" y="1296988"/>
              <a:ext cx="3600450" cy="4572000"/>
            </a:xfrm>
            <a:prstGeom prst="parallelogram">
              <a:avLst>
                <a:gd name="adj" fmla="val 57056"/>
              </a:avLst>
            </a:prstGeom>
            <a:gradFill rotWithShape="1">
              <a:gsLst>
                <a:gs pos="0">
                  <a:srgbClr val="99FF66">
                    <a:alpha val="89998"/>
                  </a:srgbClr>
                </a:gs>
                <a:gs pos="100000">
                  <a:srgbClr val="47762F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9FF66"/>
              </a:extrusionClr>
              <a:contourClr>
                <a:srgbClr val="99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11" name="AutoShape 24"/>
            <p:cNvSpPr>
              <a:spLocks noChangeArrowheads="1"/>
            </p:cNvSpPr>
            <p:nvPr/>
          </p:nvSpPr>
          <p:spPr bwMode="auto">
            <a:xfrm>
              <a:off x="42338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2" name="AutoShape 25"/>
            <p:cNvSpPr>
              <a:spLocks noChangeArrowheads="1"/>
            </p:cNvSpPr>
            <p:nvPr/>
          </p:nvSpPr>
          <p:spPr bwMode="auto">
            <a:xfrm>
              <a:off x="4945063" y="1341438"/>
              <a:ext cx="2454275" cy="4206875"/>
            </a:xfrm>
            <a:prstGeom prst="parallelogram">
              <a:avLst>
                <a:gd name="adj" fmla="val 75292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3" name="AutoShape 26"/>
            <p:cNvSpPr>
              <a:spLocks noChangeArrowheads="1"/>
            </p:cNvSpPr>
            <p:nvPr/>
          </p:nvSpPr>
          <p:spPr bwMode="auto">
            <a:xfrm>
              <a:off x="1258888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1979613" y="1341438"/>
              <a:ext cx="2454275" cy="4206875"/>
            </a:xfrm>
            <a:prstGeom prst="parallelogram">
              <a:avLst>
                <a:gd name="adj" fmla="val 75681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538163" y="5084763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Dallas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DL00</a:t>
              </a:r>
            </a:p>
          </p:txBody>
        </p:sp>
        <p:sp>
          <p:nvSpPr>
            <p:cNvPr id="16" name="Text Box 29"/>
            <p:cNvSpPr txBox="1">
              <a:spLocks noChangeArrowheads="1"/>
            </p:cNvSpPr>
            <p:nvPr/>
          </p:nvSpPr>
          <p:spPr bwMode="auto">
            <a:xfrm>
              <a:off x="1258888" y="5084763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>
                  <a:cs typeface="Times New Roman" panose="02020603050405020304" pitchFamily="18" charset="0"/>
                </a:rPr>
                <a:t>Miami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MI00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1978025" y="5084763"/>
              <a:ext cx="86518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cs typeface="Times New Roman" panose="02020603050405020304" pitchFamily="18" charset="0"/>
                </a:rPr>
                <a:t>S. Diego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SD00</a:t>
              </a:r>
            </a:p>
          </p:txBody>
        </p:sp>
        <p:sp>
          <p:nvSpPr>
            <p:cNvPr id="18" name="Text Box 31"/>
            <p:cNvSpPr txBox="1">
              <a:spLocks noChangeArrowheads="1"/>
            </p:cNvSpPr>
            <p:nvPr/>
          </p:nvSpPr>
          <p:spPr bwMode="auto">
            <a:xfrm>
              <a:off x="2670175" y="555783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CA00</a:t>
              </a:r>
            </a:p>
          </p:txBody>
        </p:sp>
        <p:sp>
          <p:nvSpPr>
            <p:cNvPr id="19" name="AutoShape 32"/>
            <p:cNvSpPr>
              <a:spLocks noChangeArrowheads="1"/>
            </p:cNvSpPr>
            <p:nvPr/>
          </p:nvSpPr>
          <p:spPr bwMode="auto">
            <a:xfrm>
              <a:off x="2916238" y="1341438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2930525" y="5084763"/>
              <a:ext cx="865188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Toronto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TO00</a:t>
              </a:r>
            </a:p>
          </p:txBody>
        </p:sp>
        <p:sp>
          <p:nvSpPr>
            <p:cNvPr id="21" name="Text Box 34"/>
            <p:cNvSpPr txBox="1">
              <a:spLocks noChangeArrowheads="1"/>
            </p:cNvSpPr>
            <p:nvPr/>
          </p:nvSpPr>
          <p:spPr bwMode="auto">
            <a:xfrm>
              <a:off x="539750" y="1341438"/>
              <a:ext cx="14478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Shipping Point</a:t>
              </a:r>
            </a:p>
          </p:txBody>
        </p:sp>
        <p:sp>
          <p:nvSpPr>
            <p:cNvPr id="22" name="AutoShape 35"/>
            <p:cNvSpPr>
              <a:spLocks noChangeArrowheads="1"/>
            </p:cNvSpPr>
            <p:nvPr/>
          </p:nvSpPr>
          <p:spPr bwMode="auto">
            <a:xfrm>
              <a:off x="2278063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DL00</a:t>
              </a:r>
            </a:p>
          </p:txBody>
        </p:sp>
        <p:sp>
          <p:nvSpPr>
            <p:cNvPr id="23" name="Text Box 36"/>
            <p:cNvSpPr txBox="1">
              <a:spLocks noChangeArrowheads="1"/>
            </p:cNvSpPr>
            <p:nvPr/>
          </p:nvSpPr>
          <p:spPr bwMode="auto">
            <a:xfrm>
              <a:off x="539750" y="2066925"/>
              <a:ext cx="8175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Storage 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Location</a:t>
              </a:r>
            </a:p>
          </p:txBody>
        </p:sp>
        <p:sp>
          <p:nvSpPr>
            <p:cNvPr id="24" name="AutoShape 37"/>
            <p:cNvSpPr>
              <a:spLocks noChangeArrowheads="1"/>
            </p:cNvSpPr>
            <p:nvPr/>
          </p:nvSpPr>
          <p:spPr bwMode="auto">
            <a:xfrm>
              <a:off x="2097088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RM00</a:t>
              </a:r>
            </a:p>
          </p:txBody>
        </p:sp>
        <p:sp>
          <p:nvSpPr>
            <p:cNvPr id="25" name="AutoShape 38"/>
            <p:cNvSpPr>
              <a:spLocks noChangeArrowheads="1"/>
            </p:cNvSpPr>
            <p:nvPr/>
          </p:nvSpPr>
          <p:spPr bwMode="auto">
            <a:xfrm>
              <a:off x="2987675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26" name="AutoShape 39"/>
            <p:cNvSpPr>
              <a:spLocks noChangeArrowheads="1"/>
            </p:cNvSpPr>
            <p:nvPr/>
          </p:nvSpPr>
          <p:spPr bwMode="auto">
            <a:xfrm>
              <a:off x="3708400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SD00</a:t>
              </a:r>
            </a:p>
          </p:txBody>
        </p:sp>
        <p:sp>
          <p:nvSpPr>
            <p:cNvPr id="27" name="AutoShape 40"/>
            <p:cNvSpPr>
              <a:spLocks noChangeArrowheads="1"/>
            </p:cNvSpPr>
            <p:nvPr/>
          </p:nvSpPr>
          <p:spPr bwMode="auto">
            <a:xfrm>
              <a:off x="5973763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HD00</a:t>
              </a:r>
            </a:p>
          </p:txBody>
        </p:sp>
        <p:sp>
          <p:nvSpPr>
            <p:cNvPr id="28" name="AutoShape 41"/>
            <p:cNvSpPr>
              <a:spLocks noChangeArrowheads="1"/>
            </p:cNvSpPr>
            <p:nvPr/>
          </p:nvSpPr>
          <p:spPr bwMode="auto">
            <a:xfrm>
              <a:off x="6689725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HH00</a:t>
              </a:r>
            </a:p>
          </p:txBody>
        </p:sp>
        <p:sp>
          <p:nvSpPr>
            <p:cNvPr id="29" name="AutoShape 42"/>
            <p:cNvSpPr>
              <a:spLocks noChangeArrowheads="1"/>
            </p:cNvSpPr>
            <p:nvPr/>
          </p:nvSpPr>
          <p:spPr bwMode="auto">
            <a:xfrm>
              <a:off x="6042025" y="1271588"/>
              <a:ext cx="2808288" cy="4572000"/>
            </a:xfrm>
            <a:prstGeom prst="parallelogram">
              <a:avLst>
                <a:gd name="adj" fmla="val 71847"/>
              </a:avLst>
            </a:prstGeom>
            <a:gradFill rotWithShape="1">
              <a:gsLst>
                <a:gs pos="0">
                  <a:srgbClr val="969696">
                    <a:alpha val="89998"/>
                  </a:srgbClr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>
                <a:solidFill>
                  <a:srgbClr val="F8F8F8"/>
                </a:solidFill>
              </a:endParaRPr>
            </a:p>
          </p:txBody>
        </p:sp>
        <p:sp>
          <p:nvSpPr>
            <p:cNvPr id="30" name="Text Box 43"/>
            <p:cNvSpPr txBox="1">
              <a:spLocks noChangeArrowheads="1"/>
            </p:cNvSpPr>
            <p:nvPr/>
          </p:nvSpPr>
          <p:spPr bwMode="auto">
            <a:xfrm>
              <a:off x="6011863" y="558958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solidFill>
                    <a:srgbClr val="EAEAEA"/>
                  </a:solidFill>
                  <a:cs typeface="Times New Roman" panose="02020603050405020304" pitchFamily="18" charset="0"/>
                </a:rPr>
                <a:t> AU00</a:t>
              </a:r>
            </a:p>
          </p:txBody>
        </p:sp>
        <p:sp>
          <p:nvSpPr>
            <p:cNvPr id="31" name="AutoShape 44"/>
            <p:cNvSpPr>
              <a:spLocks noChangeArrowheads="1"/>
            </p:cNvSpPr>
            <p:nvPr/>
          </p:nvSpPr>
          <p:spPr bwMode="auto">
            <a:xfrm>
              <a:off x="6257925" y="1344613"/>
              <a:ext cx="2454275" cy="4206875"/>
            </a:xfrm>
            <a:prstGeom prst="parallelogram">
              <a:avLst>
                <a:gd name="adj" fmla="val 7529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2" name="Text Box 45"/>
            <p:cNvSpPr txBox="1">
              <a:spLocks noChangeArrowheads="1"/>
            </p:cNvSpPr>
            <p:nvPr/>
          </p:nvSpPr>
          <p:spPr bwMode="auto">
            <a:xfrm>
              <a:off x="6272213" y="5087938"/>
              <a:ext cx="865187" cy="44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solidFill>
                    <a:srgbClr val="EAEAEA"/>
                  </a:solidFill>
                  <a:cs typeface="Times New Roman" panose="02020603050405020304" pitchFamily="18" charset="0"/>
                </a:rPr>
                <a:t>  </a:t>
              </a:r>
              <a:r>
                <a:rPr lang="en-US" altLang="de-DE">
                  <a:solidFill>
                    <a:srgbClr val="EAEAEA"/>
                  </a:solidFill>
                  <a:cs typeface="Times New Roman" panose="02020603050405020304" pitchFamily="18" charset="0"/>
                </a:rPr>
                <a:t>Perth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solidFill>
                    <a:srgbClr val="EAEAEA"/>
                  </a:solidFill>
                  <a:cs typeface="Times New Roman" panose="02020603050405020304" pitchFamily="18" charset="0"/>
                </a:rPr>
                <a:t>PE00</a:t>
              </a:r>
            </a:p>
          </p:txBody>
        </p:sp>
        <p:sp>
          <p:nvSpPr>
            <p:cNvPr id="33" name="AutoShape 46"/>
            <p:cNvSpPr>
              <a:spLocks noChangeArrowheads="1"/>
            </p:cNvSpPr>
            <p:nvPr/>
          </p:nvSpPr>
          <p:spPr bwMode="auto">
            <a:xfrm>
              <a:off x="495300" y="3068638"/>
              <a:ext cx="7964488" cy="1579562"/>
            </a:xfrm>
            <a:prstGeom prst="parallelogram">
              <a:avLst>
                <a:gd name="adj" fmla="val 46524"/>
              </a:avLst>
            </a:prstGeom>
            <a:gradFill rotWithShape="0">
              <a:gsLst>
                <a:gs pos="0">
                  <a:srgbClr val="1F8AFF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1F8AFF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4" name="Text Box 47"/>
            <p:cNvSpPr txBox="1">
              <a:spLocks noChangeArrowheads="1"/>
            </p:cNvSpPr>
            <p:nvPr/>
          </p:nvSpPr>
          <p:spPr bwMode="auto">
            <a:xfrm>
              <a:off x="2411413" y="3068638"/>
              <a:ext cx="4883150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600"/>
                <a:t>Central Purchasing Organization (global) GL00</a:t>
              </a:r>
              <a:endParaRPr lang="en-US" altLang="de-DE" sz="1600"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48"/>
            <p:cNvSpPr>
              <a:spLocks noChangeArrowheads="1"/>
            </p:cNvSpPr>
            <p:nvPr/>
          </p:nvSpPr>
          <p:spPr bwMode="auto">
            <a:xfrm>
              <a:off x="900113" y="3429000"/>
              <a:ext cx="2663825" cy="1143000"/>
            </a:xfrm>
            <a:prstGeom prst="parallelogram">
              <a:avLst>
                <a:gd name="adj" fmla="val 4666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6" name="Text Box 49"/>
            <p:cNvSpPr txBox="1">
              <a:spLocks noChangeArrowheads="1"/>
            </p:cNvSpPr>
            <p:nvPr/>
          </p:nvSpPr>
          <p:spPr bwMode="auto">
            <a:xfrm>
              <a:off x="1392238" y="3429000"/>
              <a:ext cx="28194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Org. US00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37" name="AutoShape 50"/>
            <p:cNvSpPr>
              <a:spLocks noChangeArrowheads="1"/>
            </p:cNvSpPr>
            <p:nvPr/>
          </p:nvSpPr>
          <p:spPr bwMode="auto">
            <a:xfrm>
              <a:off x="4572000" y="3429000"/>
              <a:ext cx="2016125" cy="1143000"/>
            </a:xfrm>
            <a:prstGeom prst="parallelogram">
              <a:avLst>
                <a:gd name="adj" fmla="val 45975"/>
              </a:avLst>
            </a:prstGeom>
            <a:gradFill rotWithShape="0">
              <a:gsLst>
                <a:gs pos="0">
                  <a:srgbClr val="0050A8"/>
                </a:gs>
                <a:gs pos="100000">
                  <a:srgbClr val="B5C1E9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B5C1E9"/>
              </a:extrusionClr>
              <a:contourClr>
                <a:srgbClr val="0050A8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38" name="Text Box 51"/>
            <p:cNvSpPr txBox="1">
              <a:spLocks noChangeArrowheads="1"/>
            </p:cNvSpPr>
            <p:nvPr/>
          </p:nvSpPr>
          <p:spPr bwMode="auto">
            <a:xfrm>
              <a:off x="3995738" y="5589588"/>
              <a:ext cx="1254125" cy="290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600">
                  <a:cs typeface="Times New Roman" panose="02020603050405020304" pitchFamily="18" charset="0"/>
                </a:rPr>
                <a:t> CC DE00</a:t>
              </a:r>
            </a:p>
          </p:txBody>
        </p:sp>
        <p:sp>
          <p:nvSpPr>
            <p:cNvPr id="39" name="Text Box 52"/>
            <p:cNvSpPr txBox="1">
              <a:spLocks noChangeArrowheads="1"/>
            </p:cNvSpPr>
            <p:nvPr/>
          </p:nvSpPr>
          <p:spPr bwMode="auto">
            <a:xfrm>
              <a:off x="4211638" y="5084763"/>
              <a:ext cx="8651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 </a:t>
              </a:r>
              <a:r>
                <a:rPr lang="en-US" altLang="de-DE" sz="1100">
                  <a:cs typeface="Times New Roman" panose="02020603050405020304" pitchFamily="18" charset="0"/>
                </a:rPr>
                <a:t>Heidelb.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HD00</a:t>
              </a:r>
            </a:p>
          </p:txBody>
        </p:sp>
        <p:sp>
          <p:nvSpPr>
            <p:cNvPr id="40" name="Text Box 53"/>
            <p:cNvSpPr txBox="1">
              <a:spLocks noChangeArrowheads="1"/>
            </p:cNvSpPr>
            <p:nvPr/>
          </p:nvSpPr>
          <p:spPr bwMode="auto">
            <a:xfrm>
              <a:off x="4932363" y="5084763"/>
              <a:ext cx="8651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000">
                  <a:cs typeface="Times New Roman" panose="02020603050405020304" pitchFamily="18" charset="0"/>
                </a:rPr>
                <a:t>  </a:t>
              </a:r>
              <a:r>
                <a:rPr lang="en-US" altLang="de-DE" sz="1100">
                  <a:cs typeface="Times New Roman" panose="02020603050405020304" pitchFamily="18" charset="0"/>
                </a:rPr>
                <a:t>Hamburg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 b="0">
                  <a:cs typeface="Times New Roman" panose="02020603050405020304" pitchFamily="18" charset="0"/>
                </a:rPr>
                <a:t> HH00</a:t>
              </a:r>
            </a:p>
          </p:txBody>
        </p:sp>
        <p:sp>
          <p:nvSpPr>
            <p:cNvPr id="41" name="AutoShape 54"/>
            <p:cNvSpPr>
              <a:spLocks noChangeArrowheads="1"/>
            </p:cNvSpPr>
            <p:nvPr/>
          </p:nvSpPr>
          <p:spPr bwMode="auto">
            <a:xfrm>
              <a:off x="1971675" y="213360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SF00</a:t>
              </a:r>
            </a:p>
          </p:txBody>
        </p:sp>
        <p:sp>
          <p:nvSpPr>
            <p:cNvPr id="42" name="AutoShape 55"/>
            <p:cNvSpPr>
              <a:spLocks noChangeArrowheads="1"/>
            </p:cNvSpPr>
            <p:nvPr/>
          </p:nvSpPr>
          <p:spPr bwMode="auto">
            <a:xfrm>
              <a:off x="1844675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3" name="AutoShape 56"/>
            <p:cNvSpPr>
              <a:spLocks noChangeArrowheads="1"/>
            </p:cNvSpPr>
            <p:nvPr/>
          </p:nvSpPr>
          <p:spPr bwMode="auto">
            <a:xfrm>
              <a:off x="1716088" y="27082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44" name="AutoShape 57"/>
            <p:cNvSpPr>
              <a:spLocks noChangeArrowheads="1"/>
            </p:cNvSpPr>
            <p:nvPr/>
          </p:nvSpPr>
          <p:spPr bwMode="auto">
            <a:xfrm>
              <a:off x="2835275" y="184626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45" name="AutoShape 58"/>
            <p:cNvSpPr>
              <a:spLocks noChangeArrowheads="1"/>
            </p:cNvSpPr>
            <p:nvPr/>
          </p:nvSpPr>
          <p:spPr bwMode="auto">
            <a:xfrm>
              <a:off x="2708275" y="213360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6" name="AutoShape 59"/>
            <p:cNvSpPr>
              <a:spLocks noChangeArrowheads="1"/>
            </p:cNvSpPr>
            <p:nvPr/>
          </p:nvSpPr>
          <p:spPr bwMode="auto">
            <a:xfrm>
              <a:off x="2579688" y="242093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47" name="AutoShape 60"/>
            <p:cNvSpPr>
              <a:spLocks noChangeArrowheads="1"/>
            </p:cNvSpPr>
            <p:nvPr/>
          </p:nvSpPr>
          <p:spPr bwMode="auto">
            <a:xfrm>
              <a:off x="3554413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48" name="AutoShape 61"/>
            <p:cNvSpPr>
              <a:spLocks noChangeArrowheads="1"/>
            </p:cNvSpPr>
            <p:nvPr/>
          </p:nvSpPr>
          <p:spPr bwMode="auto">
            <a:xfrm>
              <a:off x="3427413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49" name="AutoShape 62"/>
            <p:cNvSpPr>
              <a:spLocks noChangeArrowheads="1"/>
            </p:cNvSpPr>
            <p:nvPr/>
          </p:nvSpPr>
          <p:spPr bwMode="auto">
            <a:xfrm>
              <a:off x="3298825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50" name="AutoShape 63"/>
            <p:cNvSpPr>
              <a:spLocks noChangeArrowheads="1"/>
            </p:cNvSpPr>
            <p:nvPr/>
          </p:nvSpPr>
          <p:spPr bwMode="auto">
            <a:xfrm>
              <a:off x="4495800" y="1844675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51" name="AutoShape 64"/>
            <p:cNvSpPr>
              <a:spLocks noChangeArrowheads="1"/>
            </p:cNvSpPr>
            <p:nvPr/>
          </p:nvSpPr>
          <p:spPr bwMode="auto">
            <a:xfrm>
              <a:off x="4368800" y="213201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52" name="AutoShape 65"/>
            <p:cNvSpPr>
              <a:spLocks noChangeArrowheads="1"/>
            </p:cNvSpPr>
            <p:nvPr/>
          </p:nvSpPr>
          <p:spPr bwMode="auto">
            <a:xfrm>
              <a:off x="4240213" y="241935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53" name="AutoShape 66"/>
            <p:cNvSpPr>
              <a:spLocks noChangeArrowheads="1"/>
            </p:cNvSpPr>
            <p:nvPr/>
          </p:nvSpPr>
          <p:spPr bwMode="auto">
            <a:xfrm>
              <a:off x="5807075" y="184308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RM00</a:t>
              </a:r>
            </a:p>
          </p:txBody>
        </p:sp>
        <p:sp>
          <p:nvSpPr>
            <p:cNvPr id="54" name="AutoShape 67"/>
            <p:cNvSpPr>
              <a:spLocks noChangeArrowheads="1"/>
            </p:cNvSpPr>
            <p:nvPr/>
          </p:nvSpPr>
          <p:spPr bwMode="auto">
            <a:xfrm>
              <a:off x="5681663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SF00</a:t>
              </a:r>
            </a:p>
          </p:txBody>
        </p:sp>
        <p:sp>
          <p:nvSpPr>
            <p:cNvPr id="55" name="AutoShape 68"/>
            <p:cNvSpPr>
              <a:spLocks noChangeArrowheads="1"/>
            </p:cNvSpPr>
            <p:nvPr/>
          </p:nvSpPr>
          <p:spPr bwMode="auto">
            <a:xfrm>
              <a:off x="5554663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56" name="AutoShape 69"/>
            <p:cNvSpPr>
              <a:spLocks noChangeArrowheads="1"/>
            </p:cNvSpPr>
            <p:nvPr/>
          </p:nvSpPr>
          <p:spPr bwMode="auto">
            <a:xfrm>
              <a:off x="5426075" y="2706688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57" name="AutoShape 70"/>
            <p:cNvSpPr>
              <a:spLocks noChangeArrowheads="1"/>
            </p:cNvSpPr>
            <p:nvPr/>
          </p:nvSpPr>
          <p:spPr bwMode="auto">
            <a:xfrm>
              <a:off x="6516688" y="1844675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TG00</a:t>
              </a:r>
            </a:p>
          </p:txBody>
        </p:sp>
        <p:sp>
          <p:nvSpPr>
            <p:cNvPr id="58" name="AutoShape 71"/>
            <p:cNvSpPr>
              <a:spLocks noChangeArrowheads="1"/>
            </p:cNvSpPr>
            <p:nvPr/>
          </p:nvSpPr>
          <p:spPr bwMode="auto">
            <a:xfrm>
              <a:off x="6389688" y="2132013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FG00</a:t>
              </a:r>
            </a:p>
          </p:txBody>
        </p:sp>
        <p:sp>
          <p:nvSpPr>
            <p:cNvPr id="59" name="AutoShape 72"/>
            <p:cNvSpPr>
              <a:spLocks noChangeArrowheads="1"/>
            </p:cNvSpPr>
            <p:nvPr/>
          </p:nvSpPr>
          <p:spPr bwMode="auto">
            <a:xfrm>
              <a:off x="6261100" y="2419350"/>
              <a:ext cx="565150" cy="228600"/>
            </a:xfrm>
            <a:prstGeom prst="parallelogram">
              <a:avLst>
                <a:gd name="adj" fmla="val 41662"/>
              </a:avLst>
            </a:prstGeom>
            <a:solidFill>
              <a:srgbClr val="00FF00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MI00</a:t>
              </a:r>
            </a:p>
          </p:txBody>
        </p:sp>
        <p:sp>
          <p:nvSpPr>
            <p:cNvPr id="60" name="AutoShape 73"/>
            <p:cNvSpPr>
              <a:spLocks noChangeArrowheads="1"/>
            </p:cNvSpPr>
            <p:nvPr/>
          </p:nvSpPr>
          <p:spPr bwMode="auto">
            <a:xfrm>
              <a:off x="4667250" y="1412875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TO00</a:t>
              </a:r>
            </a:p>
          </p:txBody>
        </p:sp>
        <p:sp>
          <p:nvSpPr>
            <p:cNvPr id="61" name="AutoShape 74"/>
            <p:cNvSpPr>
              <a:spLocks noChangeArrowheads="1"/>
            </p:cNvSpPr>
            <p:nvPr/>
          </p:nvSpPr>
          <p:spPr bwMode="auto">
            <a:xfrm>
              <a:off x="7832725" y="1846263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TG00</a:t>
              </a:r>
            </a:p>
          </p:txBody>
        </p:sp>
        <p:sp>
          <p:nvSpPr>
            <p:cNvPr id="62" name="AutoShape 75"/>
            <p:cNvSpPr>
              <a:spLocks noChangeArrowheads="1"/>
            </p:cNvSpPr>
            <p:nvPr/>
          </p:nvSpPr>
          <p:spPr bwMode="auto">
            <a:xfrm>
              <a:off x="7705725" y="2133600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FG00</a:t>
              </a:r>
            </a:p>
          </p:txBody>
        </p:sp>
        <p:sp>
          <p:nvSpPr>
            <p:cNvPr id="63" name="AutoShape 76"/>
            <p:cNvSpPr>
              <a:spLocks noChangeArrowheads="1"/>
            </p:cNvSpPr>
            <p:nvPr/>
          </p:nvSpPr>
          <p:spPr bwMode="auto">
            <a:xfrm>
              <a:off x="7577138" y="2420938"/>
              <a:ext cx="565150" cy="228600"/>
            </a:xfrm>
            <a:prstGeom prst="parallelogram">
              <a:avLst>
                <a:gd name="adj" fmla="val 4166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MI00</a:t>
              </a:r>
            </a:p>
          </p:txBody>
        </p:sp>
        <p:sp>
          <p:nvSpPr>
            <p:cNvPr id="64" name="AutoShape 77"/>
            <p:cNvSpPr>
              <a:spLocks noChangeArrowheads="1"/>
            </p:cNvSpPr>
            <p:nvPr/>
          </p:nvSpPr>
          <p:spPr bwMode="auto">
            <a:xfrm>
              <a:off x="8004175" y="1414463"/>
              <a:ext cx="565150" cy="228600"/>
            </a:xfrm>
            <a:prstGeom prst="parallelogram">
              <a:avLst>
                <a:gd name="adj" fmla="val 37472"/>
              </a:avLst>
            </a:prstGeom>
            <a:gradFill rotWithShape="1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ctr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>
                  <a:solidFill>
                    <a:srgbClr val="EAEAEA"/>
                  </a:solidFill>
                </a:rPr>
                <a:t>PE00</a:t>
              </a:r>
            </a:p>
          </p:txBody>
        </p:sp>
        <p:sp>
          <p:nvSpPr>
            <p:cNvPr id="65" name="AutoShape 78"/>
            <p:cNvSpPr>
              <a:spLocks noChangeArrowheads="1"/>
            </p:cNvSpPr>
            <p:nvPr/>
          </p:nvSpPr>
          <p:spPr bwMode="auto">
            <a:xfrm>
              <a:off x="3276600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66" name="Text Box 79"/>
            <p:cNvSpPr txBox="1">
              <a:spLocks noChangeArrowheads="1"/>
            </p:cNvSpPr>
            <p:nvPr/>
          </p:nvSpPr>
          <p:spPr bwMode="auto">
            <a:xfrm>
              <a:off x="3708400" y="3429000"/>
              <a:ext cx="8636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CA00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80"/>
            <p:cNvSpPr>
              <a:spLocks noChangeArrowheads="1"/>
            </p:cNvSpPr>
            <p:nvPr/>
          </p:nvSpPr>
          <p:spPr bwMode="auto">
            <a:xfrm>
              <a:off x="1096963" y="3789363"/>
              <a:ext cx="3095625" cy="609600"/>
            </a:xfrm>
            <a:prstGeom prst="parallelogram">
              <a:avLst>
                <a:gd name="adj" fmla="val 45303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68" name="Text Box 81"/>
            <p:cNvSpPr txBox="1">
              <a:spLocks noChangeArrowheads="1"/>
            </p:cNvSpPr>
            <p:nvPr/>
          </p:nvSpPr>
          <p:spPr bwMode="auto">
            <a:xfrm>
              <a:off x="1187450" y="3860800"/>
              <a:ext cx="30972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Purchasing Group North America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               N00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69" name="Text Box 82"/>
            <p:cNvSpPr txBox="1">
              <a:spLocks noChangeArrowheads="1"/>
            </p:cNvSpPr>
            <p:nvPr/>
          </p:nvSpPr>
          <p:spPr bwMode="auto">
            <a:xfrm>
              <a:off x="5292725" y="3429000"/>
              <a:ext cx="1008063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PO DE00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70" name="AutoShape 83"/>
            <p:cNvSpPr>
              <a:spLocks noChangeArrowheads="1"/>
            </p:cNvSpPr>
            <p:nvPr/>
          </p:nvSpPr>
          <p:spPr bwMode="auto">
            <a:xfrm>
              <a:off x="4716463" y="3789363"/>
              <a:ext cx="1584325" cy="609600"/>
            </a:xfrm>
            <a:prstGeom prst="parallelogram">
              <a:avLst>
                <a:gd name="adj" fmla="val 47094"/>
              </a:avLst>
            </a:prstGeom>
            <a:solidFill>
              <a:srgbClr val="FFFF66"/>
            </a:soli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66"/>
              </a:extrusionClr>
              <a:contourClr>
                <a:srgbClr val="FFFF6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1" name="Text Box 84"/>
            <p:cNvSpPr txBox="1">
              <a:spLocks noChangeArrowheads="1"/>
            </p:cNvSpPr>
            <p:nvPr/>
          </p:nvSpPr>
          <p:spPr bwMode="auto">
            <a:xfrm>
              <a:off x="4716463" y="3860800"/>
              <a:ext cx="1511300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PGr Europe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/>
                <a:t>        E00</a:t>
              </a:r>
              <a:endParaRPr lang="en-US" altLang="de-DE" sz="1400">
                <a:cs typeface="Times New Roman" panose="02020603050405020304" pitchFamily="18" charset="0"/>
              </a:endParaRPr>
            </a:p>
          </p:txBody>
        </p:sp>
        <p:sp>
          <p:nvSpPr>
            <p:cNvPr id="72" name="AutoShape 85"/>
            <p:cNvSpPr>
              <a:spLocks noChangeArrowheads="1"/>
            </p:cNvSpPr>
            <p:nvPr/>
          </p:nvSpPr>
          <p:spPr bwMode="auto">
            <a:xfrm>
              <a:off x="6588125" y="3429000"/>
              <a:ext cx="1223963" cy="1143000"/>
            </a:xfrm>
            <a:prstGeom prst="parallelogram">
              <a:avLst>
                <a:gd name="adj" fmla="val 46527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3" name="Text Box 86"/>
            <p:cNvSpPr txBox="1">
              <a:spLocks noChangeArrowheads="1"/>
            </p:cNvSpPr>
            <p:nvPr/>
          </p:nvSpPr>
          <p:spPr bwMode="auto">
            <a:xfrm>
              <a:off x="7019925" y="3429000"/>
              <a:ext cx="86360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AU00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4" name="AutoShape 87"/>
            <p:cNvSpPr>
              <a:spLocks noChangeArrowheads="1"/>
            </p:cNvSpPr>
            <p:nvPr/>
          </p:nvSpPr>
          <p:spPr bwMode="auto">
            <a:xfrm>
              <a:off x="6732588" y="3860800"/>
              <a:ext cx="792162" cy="609600"/>
            </a:xfrm>
            <a:prstGeom prst="parallelogram">
              <a:avLst>
                <a:gd name="adj" fmla="val 45313"/>
              </a:avLst>
            </a:prstGeom>
            <a:gradFill rotWithShape="0">
              <a:gsLst>
                <a:gs pos="0">
                  <a:srgbClr val="969696"/>
                </a:gs>
                <a:gs pos="100000">
                  <a:srgbClr val="454545"/>
                </a:gs>
              </a:gsLst>
              <a:lin ang="2700000" scaled="1"/>
            </a:gradFill>
            <a:ln w="9525">
              <a:miter lim="800000"/>
              <a:headEnd/>
              <a:tailEnd/>
            </a:ln>
            <a:scene3d>
              <a:camera prst="legacyObliqueBottom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969696"/>
              </a:extrusionClr>
              <a:contourClr>
                <a:srgbClr val="969696"/>
              </a:contourClr>
            </a:sp3d>
          </p:spPr>
          <p:txBody>
            <a:bodyPr wrap="none" lIns="0" tIns="0" rIns="0" bIns="0" anchor="b">
              <a:flatTx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de-DE" altLang="de-DE" sz="1400"/>
            </a:p>
          </p:txBody>
        </p:sp>
        <p:sp>
          <p:nvSpPr>
            <p:cNvPr id="75" name="Text Box 88"/>
            <p:cNvSpPr txBox="1">
              <a:spLocks noChangeArrowheads="1"/>
            </p:cNvSpPr>
            <p:nvPr/>
          </p:nvSpPr>
          <p:spPr bwMode="auto">
            <a:xfrm>
              <a:off x="6805613" y="3860800"/>
              <a:ext cx="719137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  Asia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400">
                  <a:solidFill>
                    <a:srgbClr val="EAEAEA"/>
                  </a:solidFill>
                </a:rPr>
                <a:t>A00</a:t>
              </a:r>
              <a:endParaRPr lang="en-US" altLang="de-DE" sz="1400">
                <a:solidFill>
                  <a:srgbClr val="EAEAEA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" name="Text Box 89"/>
            <p:cNvSpPr txBox="1">
              <a:spLocks noChangeArrowheads="1"/>
            </p:cNvSpPr>
            <p:nvPr/>
          </p:nvSpPr>
          <p:spPr bwMode="auto">
            <a:xfrm>
              <a:off x="8050213" y="5084763"/>
              <a:ext cx="5540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Plant</a:t>
              </a:r>
            </a:p>
          </p:txBody>
        </p:sp>
        <p:sp>
          <p:nvSpPr>
            <p:cNvPr id="77" name="Text Box 90"/>
            <p:cNvSpPr txBox="1">
              <a:spLocks noChangeArrowheads="1"/>
            </p:cNvSpPr>
            <p:nvPr/>
          </p:nvSpPr>
          <p:spPr bwMode="auto">
            <a:xfrm>
              <a:off x="7305675" y="5589588"/>
              <a:ext cx="1298575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/>
                <a:t>Company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2440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QM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QM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QM Processes</a:t>
            </a:r>
          </a:p>
          <a:p>
            <a:pPr>
              <a:tabLst>
                <a:tab pos="1971675" algn="l"/>
              </a:tabLst>
            </a:pPr>
            <a:endParaRPr lang="en-US" dirty="0">
              <a:solidFill>
                <a:srgbClr val="B2B2B2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542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5920046" cy="4392042"/>
          </a:xfrm>
        </p:spPr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Customer Master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Contains all of the information necessary for processing orders, deliveries, invoices and customer payment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Every customer MUST have a master record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Created by Sales Area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Sales Organization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Distribution Channel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Division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Customer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859" y="1691079"/>
            <a:ext cx="5093959" cy="335582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859" y="5046908"/>
            <a:ext cx="5093959" cy="13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52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5920046" cy="4392042"/>
          </a:xfrm>
        </p:spPr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The customer master information is divided into 3 areas: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General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Company Code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Sales Area Data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Customer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65" y="2169215"/>
            <a:ext cx="5654735" cy="176392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046" y="4408644"/>
            <a:ext cx="5625154" cy="9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9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Material Master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Contains all the information a company needs to manage about a material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It is used by most components within the SAP system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Sales and Distribution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Materials Management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Production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Plant Maintenance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Accounting/Controlling</a:t>
            </a:r>
          </a:p>
          <a:p>
            <a:pPr lvl="2">
              <a:tabLst>
                <a:tab pos="1971675" algn="l"/>
              </a:tabLst>
            </a:pPr>
            <a:r>
              <a:rPr lang="en-US" altLang="de-DE" sz="1400" dirty="0"/>
              <a:t>Quality Management</a:t>
            </a:r>
          </a:p>
          <a:p>
            <a:pPr lvl="2">
              <a:tabLst>
                <a:tab pos="1971675" algn="l"/>
              </a:tabLst>
            </a:pPr>
            <a:endParaRPr lang="en-US" altLang="de-DE" sz="1400" dirty="0"/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Material master data is stored in functional segments called Views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Material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172" y="1691079"/>
            <a:ext cx="4193097" cy="312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8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Material Master Views</a:t>
            </a:r>
            <a:endParaRPr lang="de-DE" dirty="0"/>
          </a:p>
        </p:txBody>
      </p:sp>
      <p:grpSp>
        <p:nvGrpSpPr>
          <p:cNvPr id="14" name="Gruppieren 13"/>
          <p:cNvGrpSpPr/>
          <p:nvPr/>
        </p:nvGrpSpPr>
        <p:grpSpPr>
          <a:xfrm>
            <a:off x="2629500" y="2099129"/>
            <a:ext cx="6934200" cy="3576638"/>
            <a:chOff x="1435100" y="1968500"/>
            <a:chExt cx="6934200" cy="3576638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2959100" y="31115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Material Master</a:t>
              </a: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35100" y="2501900"/>
              <a:ext cx="2057400" cy="369332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de-DE"/>
              </a:defPPr>
              <a:lvl1pPr algn="ctr">
                <a:spcBef>
                  <a:spcPct val="50000"/>
                </a:spcBef>
                <a:buFontTx/>
                <a:buNone/>
                <a:defRPr sz="1800" b="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de-DE" dirty="0"/>
                <a:t>Basic Data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340100" y="1968500"/>
              <a:ext cx="2057400" cy="385763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Sales Data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511300" y="4635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Controlling Data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311900" y="35687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de-DE"/>
              </a:defPPr>
              <a:lvl1pPr algn="ctr">
                <a:spcBef>
                  <a:spcPct val="50000"/>
                </a:spcBef>
                <a:buFontTx/>
                <a:buNone/>
                <a:defRPr sz="1800" b="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de-DE" dirty="0"/>
                <a:t>Forecasting Data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5092700" y="2501900"/>
              <a:ext cx="2057400" cy="376238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 dirty="0">
                  <a:solidFill>
                    <a:srgbClr val="000000"/>
                  </a:solidFill>
                </a:rPr>
                <a:t>Purchasing Data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78500" y="30353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Mat. Plan. Data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340100" y="51689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Accounting Data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854700" y="4102100"/>
              <a:ext cx="2057400" cy="376238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defPPr>
                <a:defRPr lang="de-DE"/>
              </a:defPPr>
              <a:lvl1pPr algn="ctr">
                <a:spcBef>
                  <a:spcPct val="50000"/>
                </a:spcBef>
                <a:buFontTx/>
                <a:buNone/>
                <a:defRPr sz="1800" b="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de-DE" dirty="0"/>
                <a:t>Storage Data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168900" y="4635500"/>
              <a:ext cx="2057400" cy="376238"/>
            </a:xfrm>
            <a:prstGeom prst="rect">
              <a:avLst/>
            </a:prstGeom>
            <a:ln>
              <a:headEnd/>
              <a:tailEnd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de-DE" sz="1800" b="0" dirty="0">
                  <a:solidFill>
                    <a:srgbClr val="000000"/>
                  </a:solidFill>
                </a:rPr>
                <a:t>Quality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3055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Material Master</a:t>
            </a:r>
            <a:endParaRPr lang="de-DE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1606234" y="1617543"/>
            <a:ext cx="9128203" cy="4443804"/>
            <a:chOff x="297534" y="1722046"/>
            <a:chExt cx="9128203" cy="4443804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1052513" y="4027488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Sales Org. UW00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617663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Sales Org. UE00</a:t>
              </a:r>
            </a:p>
          </p:txBody>
        </p:sp>
        <p:sp>
          <p:nvSpPr>
            <p:cNvPr id="6" name="AutoShape 7"/>
            <p:cNvSpPr>
              <a:spLocks noChangeArrowheads="1"/>
            </p:cNvSpPr>
            <p:nvPr/>
          </p:nvSpPr>
          <p:spPr bwMode="auto">
            <a:xfrm>
              <a:off x="3111500" y="20447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 b="0"/>
                <a:t>Client XXX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120900" y="1722046"/>
              <a:ext cx="5334000" cy="117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de-DE" sz="1400" dirty="0"/>
                <a:t>General Information</a:t>
              </a:r>
              <a:r>
                <a:rPr lang="en-US" altLang="de-DE" sz="1400" b="0" dirty="0"/>
                <a:t> relevant for the entire organization:</a:t>
              </a:r>
              <a:br>
                <a:rPr lang="en-US" altLang="de-DE" sz="1400" b="0" dirty="0"/>
              </a:br>
              <a:r>
                <a:rPr lang="en-US" altLang="de-DE" sz="1400" b="0" dirty="0"/>
                <a:t>			 </a:t>
              </a:r>
            </a:p>
            <a:p>
              <a:pPr eaLnBrk="1" hangingPunct="1">
                <a:spcBef>
                  <a:spcPct val="10000"/>
                </a:spcBef>
                <a:buFontTx/>
                <a:buNone/>
              </a:pPr>
              <a:r>
                <a:rPr lang="en-US" altLang="de-DE" sz="1400" b="0" dirty="0"/>
                <a:t>			           Name</a:t>
              </a:r>
              <a:br>
                <a:rPr lang="en-US" altLang="de-DE" sz="1400" b="0" dirty="0"/>
              </a:br>
              <a:r>
                <a:rPr lang="en-US" altLang="de-DE" sz="1400" b="0" dirty="0"/>
                <a:t>  			           Weight</a:t>
              </a:r>
              <a:br>
                <a:rPr lang="en-US" altLang="de-DE" sz="1400" b="0" dirty="0"/>
              </a:br>
              <a:r>
                <a:rPr lang="en-US" altLang="de-DE" sz="1400" b="0" dirty="0"/>
                <a:t>			           Unit of Measure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97534" y="3695309"/>
              <a:ext cx="5486400" cy="1196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de-DE" sz="1400" dirty="0"/>
                <a:t>Sales specific information</a:t>
              </a:r>
              <a:r>
                <a:rPr lang="en-US" altLang="de-DE" sz="1400" b="0" dirty="0"/>
                <a:t>: </a:t>
              </a:r>
            </a:p>
            <a:p>
              <a:pPr eaLnBrk="1" hangingPunct="1">
                <a:spcBef>
                  <a:spcPct val="10000"/>
                </a:spcBef>
                <a:buFontTx/>
                <a:buNone/>
              </a:pPr>
              <a:endParaRPr lang="en-US" altLang="de-DE" sz="1400" b="0" dirty="0"/>
            </a:p>
            <a:p>
              <a:pPr eaLnBrk="1" hangingPunct="1">
                <a:spcBef>
                  <a:spcPct val="10000"/>
                </a:spcBef>
                <a:buFontTx/>
                <a:buNone/>
              </a:pPr>
              <a:r>
                <a:rPr lang="en-US" altLang="de-DE" sz="1400" b="0" dirty="0"/>
                <a:t>			   Delivering Plant</a:t>
              </a:r>
              <a:br>
                <a:rPr lang="en-US" altLang="de-DE" sz="1400" b="0" dirty="0"/>
              </a:br>
              <a:r>
                <a:rPr lang="en-US" altLang="de-DE" sz="1400" b="0" dirty="0"/>
                <a:t>			   Loading Grp</a:t>
              </a:r>
              <a:br>
                <a:rPr lang="en-US" altLang="de-DE" sz="1400" b="0" dirty="0"/>
              </a:br>
              <a:r>
                <a:rPr lang="en-US" altLang="de-DE" sz="1400" b="0" dirty="0"/>
                <a:t>			            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4683962" y="3674876"/>
              <a:ext cx="4741775" cy="760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de-DE" sz="1400" dirty="0"/>
                <a:t>Storage Location specific information</a:t>
              </a:r>
              <a:r>
                <a:rPr lang="en-US" altLang="de-DE" sz="1400" b="0" dirty="0"/>
                <a:t>:</a:t>
              </a:r>
              <a:br>
                <a:rPr lang="en-US" altLang="de-DE" sz="1400" b="0" dirty="0"/>
              </a:br>
              <a:r>
                <a:rPr lang="en-US" altLang="de-DE" sz="1400" b="0" dirty="0"/>
                <a:t>		                	     </a:t>
              </a:r>
            </a:p>
            <a:p>
              <a:pPr eaLnBrk="1" hangingPunct="1">
                <a:spcBef>
                  <a:spcPct val="10000"/>
                </a:spcBef>
                <a:buFontTx/>
                <a:buNone/>
              </a:pPr>
              <a:r>
                <a:rPr lang="en-US" altLang="de-DE" sz="1400" b="0" dirty="0"/>
                <a:t>	</a:t>
              </a:r>
              <a:r>
                <a:rPr lang="en-US" altLang="de-DE" sz="1400" dirty="0"/>
                <a:t>		</a:t>
              </a:r>
              <a:r>
                <a:rPr lang="en-US" altLang="de-DE" sz="1400" b="0" dirty="0"/>
                <a:t>Stock </a:t>
              </a:r>
              <a:r>
                <a:rPr lang="en-US" altLang="de-DE" sz="1400" b="0" dirty="0" err="1"/>
                <a:t>Qty</a:t>
              </a:r>
              <a:endParaRPr lang="en-US" altLang="de-DE" sz="1400" b="0" dirty="0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5165725" y="40322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Storage Loc. FG00</a:t>
              </a:r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5721350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-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Storage Loc. TG00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9465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Vendor Master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Contains all the necessary information needed to business with an </a:t>
            </a:r>
            <a:br>
              <a:rPr lang="en-US" altLang="de-DE" dirty="0"/>
            </a:br>
            <a:r>
              <a:rPr lang="en-US" altLang="de-DE" dirty="0"/>
              <a:t>external supplier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Used and maintained primarily by the  Purchasing and Accounting </a:t>
            </a:r>
            <a:br>
              <a:rPr lang="en-US" altLang="de-DE" dirty="0"/>
            </a:br>
            <a:r>
              <a:rPr lang="en-US" altLang="de-DE" dirty="0"/>
              <a:t>Departments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Every vendor MUST have a master record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Vendor Master Data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17" y="1618246"/>
            <a:ext cx="4192433" cy="35169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117" y="5164638"/>
            <a:ext cx="4192433" cy="12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2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/>
              <a:t>Client Level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Address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Vendor Number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Preferred Communication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Company Code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Reconciliation Account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Terms of Payment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Bank Account</a:t>
            </a:r>
          </a:p>
          <a:p>
            <a:pPr lvl="1"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Purchase Org Data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Purchasing Currency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Salesman’s Name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Vendor Partners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Vendor Master Views</a:t>
            </a:r>
            <a:endParaRPr lang="de-DE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6608094" y="1982100"/>
            <a:ext cx="3505200" cy="3810000"/>
            <a:chOff x="4843463" y="1700213"/>
            <a:chExt cx="3505200" cy="3810000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5148263" y="1700213"/>
              <a:ext cx="2743200" cy="10668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1270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>
                  <a:solidFill>
                    <a:srgbClr val="000000"/>
                  </a:solidFill>
                </a:rPr>
                <a:t>General Data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4843463" y="30718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00488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 dirty="0">
                  <a:solidFill>
                    <a:schemeClr val="bg1"/>
                  </a:solidFill>
                </a:rPr>
                <a:t>Company Code Data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 dirty="0">
                  <a:solidFill>
                    <a:schemeClr val="bg1"/>
                  </a:solidFill>
                </a:rPr>
                <a:t>Financial Accounting (FI)</a:t>
              </a: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4843463" y="44434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DBB40D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>
                  <a:solidFill>
                    <a:srgbClr val="000000"/>
                  </a:solidFill>
                </a:rPr>
                <a:t>Purchasing Data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2400" b="0">
                  <a:solidFill>
                    <a:srgbClr val="000000"/>
                  </a:solidFill>
                </a:rPr>
                <a:t>Materials Mgmt (MM)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7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Vendor Master</a:t>
            </a:r>
            <a:endParaRPr lang="de-DE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1581251" y="1610624"/>
            <a:ext cx="9218475" cy="4524376"/>
            <a:chOff x="164601" y="1495424"/>
            <a:chExt cx="9218475" cy="4524376"/>
          </a:xfrm>
        </p:grpSpPr>
        <p:sp>
          <p:nvSpPr>
            <p:cNvPr id="4" name="Text Box 10"/>
            <p:cNvSpPr txBox="1">
              <a:spLocks noChangeArrowheads="1"/>
            </p:cNvSpPr>
            <p:nvPr/>
          </p:nvSpPr>
          <p:spPr bwMode="auto">
            <a:xfrm>
              <a:off x="2286000" y="1495424"/>
              <a:ext cx="5334000" cy="126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dirty="0"/>
                <a:t>General Information</a:t>
              </a:r>
              <a:r>
                <a:rPr lang="en-US" altLang="de-DE" sz="1400" b="0" dirty="0"/>
                <a:t> relevant for the entire organization:</a:t>
              </a:r>
              <a:br>
                <a:rPr lang="en-US" altLang="de-DE" sz="1400" b="0" dirty="0"/>
              </a:br>
              <a:r>
                <a:rPr lang="en-US" altLang="de-DE" sz="1400" b="0" dirty="0"/>
                <a:t>			 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b="0" dirty="0"/>
                <a:t>			  Name</a:t>
              </a:r>
              <a:br>
                <a:rPr lang="en-US" altLang="de-DE" sz="1400" b="0" dirty="0"/>
              </a:br>
              <a:r>
                <a:rPr lang="en-US" altLang="de-DE" sz="1400" b="0" dirty="0"/>
                <a:t>			  Address</a:t>
              </a:r>
              <a:br>
                <a:rPr lang="en-US" altLang="de-DE" sz="1400" b="0" dirty="0"/>
              </a:br>
              <a:r>
                <a:rPr lang="en-US" altLang="de-DE" sz="1400" b="0" dirty="0"/>
                <a:t>			  Communication</a:t>
              </a:r>
            </a:p>
          </p:txBody>
        </p:sp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>
              <a:off x="2913063" y="1846263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C0C0C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rgbClr val="000000"/>
                  </a:solidFill>
                </a:rPr>
                <a:t>Client XXX</a:t>
              </a: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838200" y="38100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Company Code US00</a:t>
              </a: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1403350" y="4652963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>
                  <a:solidFill>
                    <a:srgbClr val="000000"/>
                  </a:solidFill>
                </a:rPr>
                <a:t>Company Code DE00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164601" y="3476625"/>
              <a:ext cx="5486400" cy="1176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dirty="0">
                  <a:solidFill>
                    <a:srgbClr val="000000"/>
                  </a:solidFill>
                </a:rPr>
                <a:t>Company Code specific information</a:t>
              </a:r>
              <a:r>
                <a:rPr lang="en-US" altLang="de-DE" sz="1400" b="0" dirty="0">
                  <a:solidFill>
                    <a:srgbClr val="000000"/>
                  </a:solidFill>
                </a:rPr>
                <a:t>:			   </a:t>
              </a:r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r>
                <a:rPr lang="en-US" altLang="de-DE" sz="1400" b="0" dirty="0">
                  <a:solidFill>
                    <a:srgbClr val="000000"/>
                  </a:solidFill>
                </a:rPr>
                <a:t>			   Acc. </a:t>
              </a:r>
              <a:r>
                <a:rPr lang="en-US" altLang="de-DE" sz="1400" b="0" dirty="0" err="1">
                  <a:solidFill>
                    <a:srgbClr val="000000"/>
                  </a:solidFill>
                </a:rPr>
                <a:t>Mgmt</a:t>
              </a:r>
              <a:r>
                <a:rPr lang="en-US" altLang="de-DE" sz="1400" b="0" dirty="0">
                  <a:solidFill>
                    <a:srgbClr val="000000"/>
                  </a:solidFill>
                </a:rPr>
                <a:t/>
              </a:r>
              <a:br>
                <a:rPr lang="en-US" altLang="de-DE" sz="1400" b="0" dirty="0">
                  <a:solidFill>
                    <a:srgbClr val="000000"/>
                  </a:solidFill>
                </a:rPr>
              </a:br>
              <a:r>
                <a:rPr lang="en-US" altLang="de-DE" sz="1400" b="0" dirty="0">
                  <a:solidFill>
                    <a:srgbClr val="000000"/>
                  </a:solidFill>
                </a:rPr>
                <a:t>	                                  	   Payment</a:t>
              </a:r>
              <a:br>
                <a:rPr lang="en-US" altLang="de-DE" sz="1400" b="0" dirty="0">
                  <a:solidFill>
                    <a:srgbClr val="000000"/>
                  </a:solidFill>
                </a:rPr>
              </a:br>
              <a:r>
                <a:rPr lang="en-US" altLang="de-DE" sz="1400" b="0" dirty="0">
                  <a:solidFill>
                    <a:srgbClr val="000000"/>
                  </a:solidFill>
                </a:rPr>
                <a:t>	                              	   Bank</a:t>
              </a: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4953000" y="38862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Purch. Org. US00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5508625" y="47244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de-DE" sz="1800" b="0">
                  <a:solidFill>
                    <a:schemeClr val="bg1"/>
                  </a:solidFill>
                </a:rPr>
                <a:t>Purch. Org. DE00</a:t>
              </a: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497595" y="3492037"/>
              <a:ext cx="4885481" cy="975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Font typeface="Wingdings" panose="05000000000000000000" pitchFamily="2" charset="2"/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de-DE" sz="1400" dirty="0" err="1">
                  <a:solidFill>
                    <a:srgbClr val="000000"/>
                  </a:solidFill>
                </a:rPr>
                <a:t>Purch</a:t>
              </a:r>
              <a:r>
                <a:rPr lang="en-US" altLang="de-DE" sz="1400" dirty="0">
                  <a:solidFill>
                    <a:srgbClr val="000000"/>
                  </a:solidFill>
                </a:rPr>
                <a:t>. Organization specific information</a:t>
              </a:r>
              <a:r>
                <a:rPr lang="en-US" altLang="de-DE" sz="1400" b="0" dirty="0">
                  <a:solidFill>
                    <a:srgbClr val="000000"/>
                  </a:solidFill>
                </a:rPr>
                <a:t>:</a:t>
              </a:r>
              <a:br>
                <a:rPr lang="en-US" altLang="de-DE" sz="1400" b="0" dirty="0">
                  <a:solidFill>
                    <a:srgbClr val="000000"/>
                  </a:solidFill>
                </a:rPr>
              </a:br>
              <a:r>
                <a:rPr lang="en-US" altLang="de-DE" sz="1400" b="0" dirty="0">
                  <a:solidFill>
                    <a:srgbClr val="000000"/>
                  </a:solidFill>
                </a:rPr>
                <a:t>		                </a:t>
              </a:r>
            </a:p>
            <a:p>
              <a:pPr eaLnBrk="1" hangingPunct="1">
                <a:spcBef>
                  <a:spcPct val="10000"/>
                </a:spcBef>
                <a:buClrTx/>
                <a:buFontTx/>
                <a:buNone/>
              </a:pPr>
              <a:r>
                <a:rPr lang="en-US" altLang="de-DE" sz="1400" b="0" dirty="0">
                  <a:solidFill>
                    <a:srgbClr val="000000"/>
                  </a:solidFill>
                </a:rPr>
                <a:t>		                    Incoterms			                    Currency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124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QM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chemeClr val="bg2"/>
                </a:solidFill>
              </a:rPr>
              <a:t>QM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/>
              <a:t>QM Processes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Quality Management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Quality Management in Procurement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Quality Management in SD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7418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Inhaltsplatzhalt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217293"/>
              </p:ext>
            </p:extLst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QM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100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quality assurance agreement or vendor release is required for a material, a Quality Info. Record must be created</a:t>
            </a:r>
          </a:p>
          <a:p>
            <a:endParaRPr lang="en-US" dirty="0"/>
          </a:p>
          <a:p>
            <a:r>
              <a:rPr lang="en-US" dirty="0"/>
              <a:t>Determines how</a:t>
            </a:r>
            <a:r>
              <a:rPr lang="de-DE" dirty="0"/>
              <a:t> a material </a:t>
            </a:r>
            <a:r>
              <a:rPr lang="en-US" dirty="0"/>
              <a:t>can</a:t>
            </a:r>
            <a:r>
              <a:rPr lang="de-DE" dirty="0"/>
              <a:t> </a:t>
            </a:r>
            <a:r>
              <a:rPr lang="en-US" dirty="0"/>
              <a:t>be</a:t>
            </a:r>
            <a:r>
              <a:rPr lang="de-DE" dirty="0"/>
              <a:t> </a:t>
            </a:r>
            <a:r>
              <a:rPr lang="en-US" dirty="0"/>
              <a:t>processed</a:t>
            </a:r>
            <a:r>
              <a:rPr lang="de-DE" dirty="0"/>
              <a:t> </a:t>
            </a:r>
            <a:r>
              <a:rPr lang="en-US" dirty="0"/>
              <a:t>further</a:t>
            </a:r>
          </a:p>
          <a:p>
            <a:endParaRPr lang="en-US" dirty="0"/>
          </a:p>
          <a:p>
            <a:r>
              <a:rPr lang="en-US" dirty="0"/>
              <a:t>when a quotation or purchase order is created, the system checks whether a quality info record is required and available for the combination of material and vendor</a:t>
            </a:r>
          </a:p>
          <a:p>
            <a:endParaRPr lang="en-US" dirty="0"/>
          </a:p>
          <a:p>
            <a:r>
              <a:rPr lang="en-US" dirty="0"/>
              <a:t>System also checks, whether the vendor and material-vendor combination is blocked or released for quotations, purchase orders and/or goods receipt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Quality Information </a:t>
            </a:r>
            <a:r>
              <a:rPr lang="en-US" dirty="0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2415999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created for different uses as model inspection, carrying out an audit, preliminary series inspection, goods receipt inspection, goods issue inspection, inspection of stock transfers, inspections in repetitive manufacturing</a:t>
            </a:r>
          </a:p>
          <a:p>
            <a:endParaRPr lang="en-US" dirty="0"/>
          </a:p>
          <a:p>
            <a:r>
              <a:rPr lang="en-US" dirty="0"/>
              <a:t>Defines which characteristics are to be inspected in each inspection operation and which test equipment is to be used in the inspection</a:t>
            </a:r>
          </a:p>
          <a:p>
            <a:endParaRPr lang="en-US" dirty="0"/>
          </a:p>
          <a:p>
            <a:r>
              <a:rPr lang="en-US" dirty="0"/>
              <a:t>Several materials can be assigned to an inspection plan</a:t>
            </a:r>
          </a:p>
          <a:p>
            <a:endParaRPr lang="en-US" dirty="0"/>
          </a:p>
          <a:p>
            <a:r>
              <a:rPr lang="en-US" dirty="0"/>
              <a:t>Several inspection plans with different inspection operations or inspection characteristics can be created for a material or combination of material, vendor and manufacturer, or material and customer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</a:t>
            </a:r>
            <a:r>
              <a:rPr lang="de-DE" dirty="0"/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126569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 to a plant to inspect a specific quantity of material or one or more pieces of equipment or functional locations</a:t>
            </a:r>
          </a:p>
          <a:p>
            <a:endParaRPr lang="en-US" dirty="0"/>
          </a:p>
          <a:p>
            <a:r>
              <a:rPr lang="en-US" dirty="0"/>
              <a:t>Documented by an inspection lot record</a:t>
            </a:r>
          </a:p>
          <a:p>
            <a:endParaRPr lang="en-US" dirty="0"/>
          </a:p>
          <a:p>
            <a:r>
              <a:rPr lang="en-US" dirty="0"/>
              <a:t>Used to record, process and manage information for a quality inspection</a:t>
            </a:r>
          </a:p>
          <a:p>
            <a:endParaRPr lang="en-US" dirty="0"/>
          </a:p>
          <a:p>
            <a:r>
              <a:rPr lang="en-US" dirty="0"/>
              <a:t>Whenever materials are moved from on place to another under certain conditions, the QM component can automatically create inspection lots</a:t>
            </a:r>
          </a:p>
          <a:p>
            <a:endParaRPr lang="en-US" dirty="0"/>
          </a:p>
          <a:p>
            <a:r>
              <a:rPr lang="en-US" dirty="0"/>
              <a:t>The system can also create an inspection lot automatically if a delivery is created in the SD component for a inspection-relevant material</a:t>
            </a:r>
          </a:p>
          <a:p>
            <a:endParaRPr lang="en-US" dirty="0"/>
          </a:p>
          <a:p>
            <a:r>
              <a:rPr lang="en-US" dirty="0"/>
              <a:t>Can be created automatically or manually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</a:t>
            </a:r>
            <a:r>
              <a:rPr lang="de-DE" dirty="0"/>
              <a:t> Lot</a:t>
            </a:r>
          </a:p>
        </p:txBody>
      </p:sp>
    </p:spTree>
    <p:extLst>
      <p:ext uri="{BB962C8B-B14F-4D97-AF65-F5344CB8AC3E}">
        <p14:creationId xmlns:p14="http://schemas.microsoft.com/office/powerpoint/2010/main" val="680504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Inspection of sample units of the inspection lot</a:t>
            </a:r>
          </a:p>
          <a:p>
            <a:endParaRPr lang="en-US" dirty="0"/>
          </a:p>
          <a:p>
            <a:r>
              <a:rPr lang="en-US" dirty="0"/>
              <a:t>Number of non-conforming sample units entered in the SAP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Inspection</a:t>
            </a:r>
          </a:p>
        </p:txBody>
      </p:sp>
    </p:spTree>
    <p:extLst>
      <p:ext uri="{BB962C8B-B14F-4D97-AF65-F5344CB8AC3E}">
        <p14:creationId xmlns:p14="http://schemas.microsoft.com/office/powerpoint/2010/main" val="2223519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Confirms that all physical samples have been valuated and the inspection has been completed</a:t>
            </a:r>
          </a:p>
          <a:p>
            <a:endParaRPr lang="en-US" dirty="0"/>
          </a:p>
          <a:p>
            <a:r>
              <a:rPr lang="en-US" dirty="0"/>
              <a:t>Specifies whether the goods in the inspection lot have been accepted or rejected for use</a:t>
            </a:r>
          </a:p>
          <a:p>
            <a:endParaRPr lang="en-US" dirty="0"/>
          </a:p>
          <a:p>
            <a:r>
              <a:rPr lang="en-US" dirty="0"/>
              <a:t>Inspection lot stock can be posted to different stocks</a:t>
            </a:r>
          </a:p>
          <a:p>
            <a:pPr lvl="1"/>
            <a:r>
              <a:rPr lang="en-US" dirty="0"/>
              <a:t>Unrestricted use</a:t>
            </a:r>
          </a:p>
          <a:p>
            <a:pPr lvl="1"/>
            <a:r>
              <a:rPr lang="en-US" dirty="0"/>
              <a:t>Scrap</a:t>
            </a:r>
          </a:p>
          <a:p>
            <a:pPr lvl="1"/>
            <a:r>
              <a:rPr lang="en-US" dirty="0"/>
              <a:t>Sample usage</a:t>
            </a:r>
          </a:p>
          <a:p>
            <a:pPr lvl="1"/>
            <a:r>
              <a:rPr lang="en-US" dirty="0"/>
              <a:t>Blocked stock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Decision</a:t>
            </a:r>
          </a:p>
        </p:txBody>
      </p:sp>
    </p:spTree>
    <p:extLst>
      <p:ext uri="{BB962C8B-B14F-4D97-AF65-F5344CB8AC3E}">
        <p14:creationId xmlns:p14="http://schemas.microsoft.com/office/powerpoint/2010/main" val="2897006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Inhaltsplatzhalter 6"/>
          <p:cNvGraphicFramePr>
            <a:graphicFrameLocks noGrp="1"/>
          </p:cNvGraphicFramePr>
          <p:nvPr>
            <p:ph idx="1"/>
            <p:extLst/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QM Process in Procurement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740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959120"/>
              </p:ext>
            </p:extLst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Management in SD</a:t>
            </a:r>
          </a:p>
        </p:txBody>
      </p:sp>
    </p:spTree>
    <p:extLst>
      <p:ext uri="{BB962C8B-B14F-4D97-AF65-F5344CB8AC3E}">
        <p14:creationId xmlns:p14="http://schemas.microsoft.com/office/powerpoint/2010/main" val="2349675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dirty="0">
                <a:latin typeface="Arial" panose="020B0604020202020204" pitchFamily="34" charset="0"/>
              </a:rPr>
              <a:t>High integration in other SAP modules including:</a:t>
            </a:r>
          </a:p>
          <a:p>
            <a:endParaRPr lang="en-US" altLang="de-DE" dirty="0">
              <a:latin typeface="Arial" panose="020B0604020202020204" pitchFamily="34" charset="0"/>
            </a:endParaRPr>
          </a:p>
          <a:p>
            <a:pPr lvl="1"/>
            <a:r>
              <a:rPr lang="en-US" dirty="0"/>
              <a:t>SAP MM</a:t>
            </a:r>
          </a:p>
          <a:p>
            <a:pPr lvl="2"/>
            <a:r>
              <a:rPr lang="en-US" dirty="0"/>
              <a:t>e.g. maintain quality agreements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SAP SD</a:t>
            </a:r>
          </a:p>
          <a:p>
            <a:pPr lvl="2"/>
            <a:r>
              <a:rPr lang="en-US" dirty="0"/>
              <a:t>e.g. </a:t>
            </a:r>
            <a:r>
              <a:rPr lang="en-US"/>
              <a:t>quality </a:t>
            </a:r>
            <a:r>
              <a:rPr lang="en-US" dirty="0"/>
              <a:t>information related to customers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SAP PP</a:t>
            </a:r>
          </a:p>
          <a:p>
            <a:pPr lvl="2"/>
            <a:r>
              <a:rPr lang="en-US" dirty="0"/>
              <a:t>e.g. perform inspection planning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SAP CO</a:t>
            </a:r>
          </a:p>
          <a:p>
            <a:pPr lvl="2"/>
            <a:r>
              <a:rPr lang="en-US" dirty="0"/>
              <a:t>e.g. integrate SAP QM with controlling process</a:t>
            </a:r>
          </a:p>
          <a:p>
            <a:pPr lvl="2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QM Module Integration</a:t>
            </a:r>
          </a:p>
        </p:txBody>
      </p:sp>
    </p:spTree>
    <p:extLst>
      <p:ext uri="{BB962C8B-B14F-4D97-AF65-F5344CB8AC3E}">
        <p14:creationId xmlns:p14="http://schemas.microsoft.com/office/powerpoint/2010/main" val="1066741754"/>
      </p:ext>
    </p:extLst>
  </p:cSld>
  <p:clrMapOvr>
    <a:masterClrMapping/>
  </p:clrMapOvr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1308</Words>
  <Application>Microsoft Office PowerPoint</Application>
  <PresentationFormat>Benutzerdefiniert</PresentationFormat>
  <Paragraphs>360</Paragraphs>
  <Slides>29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8" baseType="lpstr">
      <vt:lpstr>Angsana New</vt:lpstr>
      <vt:lpstr>Arial</vt:lpstr>
      <vt:lpstr>Arial Unicode MS</vt:lpstr>
      <vt:lpstr>Courier New</vt:lpstr>
      <vt:lpstr>Symbol</vt:lpstr>
      <vt:lpstr>Times New Roman</vt:lpstr>
      <vt:lpstr>Wingdings</vt:lpstr>
      <vt:lpstr>Wingdings</vt:lpstr>
      <vt:lpstr>SAP_2016_16x9_white</vt:lpstr>
      <vt:lpstr>Quality Management (QM)</vt:lpstr>
      <vt:lpstr>PowerPoint-Präsentation</vt:lpstr>
      <vt:lpstr>PowerPoint-Präsentation</vt:lpstr>
      <vt:lpstr>PowerPoint-Präsentation</vt:lpstr>
      <vt:lpstr>Functionality</vt:lpstr>
      <vt:lpstr>Unit Overview</vt:lpstr>
      <vt:lpstr>QM Organizational Structure</vt:lpstr>
      <vt:lpstr>QM Organizational Structure</vt:lpstr>
      <vt:lpstr>Global Bike Structure for Quality Management </vt:lpstr>
      <vt:lpstr>Global Bike Enterprise Structure in SAP ERP (Logistics)</vt:lpstr>
      <vt:lpstr>Agenda</vt:lpstr>
      <vt:lpstr>Customer Master Data</vt:lpstr>
      <vt:lpstr>Customer Master Data</vt:lpstr>
      <vt:lpstr>Material Master Data</vt:lpstr>
      <vt:lpstr>Material Master Views</vt:lpstr>
      <vt:lpstr>Material Master</vt:lpstr>
      <vt:lpstr>Vendor Master Data</vt:lpstr>
      <vt:lpstr>Vendor Master Views</vt:lpstr>
      <vt:lpstr>Vendor Master</vt:lpstr>
      <vt:lpstr>Agenda</vt:lpstr>
      <vt:lpstr>QM Process</vt:lpstr>
      <vt:lpstr>Quality Information Record</vt:lpstr>
      <vt:lpstr>Inspection Plan</vt:lpstr>
      <vt:lpstr>Inspection Lot</vt:lpstr>
      <vt:lpstr>Perform Inspection</vt:lpstr>
      <vt:lpstr>Usage Decision</vt:lpstr>
      <vt:lpstr>QM Process in Procurement</vt:lpstr>
      <vt:lpstr>Quality Management in SD</vt:lpstr>
      <vt:lpstr>SAP QM Module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109</cp:revision>
  <dcterms:created xsi:type="dcterms:W3CDTF">2017-05-28T06:37:04Z</dcterms:created>
  <dcterms:modified xsi:type="dcterms:W3CDTF">2025-08-14T10:29:24Z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