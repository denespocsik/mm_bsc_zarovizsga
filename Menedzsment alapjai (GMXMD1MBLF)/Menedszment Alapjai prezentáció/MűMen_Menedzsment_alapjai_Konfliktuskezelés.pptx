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13716000" cy="24384000"/>
  <p:embeddedFontLst>
    <p:embeddedFont>
      <p:font typeface="EB Garamond"/>
      <p:regular r:id="rId27"/>
      <p:bold r:id="rId28"/>
      <p:italic r:id="rId29"/>
      <p:boldItalic r:id="rId30"/>
    </p:embeddedFon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A4A3A4"/>
          </p15:clr>
        </p15:guide>
        <p15:guide id="2" pos="456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orient="horz" pos="3264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2136">
          <p15:clr>
            <a:srgbClr val="A4A3A4"/>
          </p15:clr>
        </p15:guide>
        <p15:guide id="7" orient="horz" pos="4008">
          <p15:clr>
            <a:srgbClr val="A4A3A4"/>
          </p15:clr>
        </p15:guide>
        <p15:guide id="8" orient="horz" pos="1152">
          <p15:clr>
            <a:srgbClr val="A4A3A4"/>
          </p15:clr>
        </p15:guide>
        <p15:guide id="9" orient="horz" pos="2352">
          <p15:clr>
            <a:srgbClr val="A4A3A4"/>
          </p15:clr>
        </p15:guide>
        <p15:guide id="10" orient="horz" pos="1512">
          <p15:clr>
            <a:srgbClr val="A4A3A4"/>
          </p15:clr>
        </p15:guide>
        <p15:guide id="11" pos="7680">
          <p15:clr>
            <a:srgbClr val="A4A3A4"/>
          </p15:clr>
        </p15:guide>
        <p15:guide id="12" pos="6696">
          <p15:clr>
            <a:srgbClr val="A4A3A4"/>
          </p15:clr>
        </p15:guide>
        <p15:guide id="13" pos="1008">
          <p15:clr>
            <a:srgbClr val="A4A3A4"/>
          </p15:clr>
        </p15:guide>
        <p15:guide id="14" pos="1584">
          <p15:clr>
            <a:srgbClr val="A4A3A4"/>
          </p15:clr>
        </p15:guide>
        <p15:guide id="15" pos="2136">
          <p15:clr>
            <a:srgbClr val="A4A3A4"/>
          </p15:clr>
        </p15:guide>
        <p15:guide id="16" pos="2760">
          <p15:clr>
            <a:srgbClr val="A4A3A4"/>
          </p15:clr>
        </p15:guide>
        <p15:guide id="17" pos="3288">
          <p15:clr>
            <a:srgbClr val="A4A3A4"/>
          </p15:clr>
        </p15:guide>
        <p15:guide id="18" pos="4032">
          <p15:clr>
            <a:srgbClr val="A4A3A4"/>
          </p15:clr>
        </p15:guide>
        <p15:guide id="19" pos="4392">
          <p15:clr>
            <a:srgbClr val="A4A3A4"/>
          </p15:clr>
        </p15:guide>
        <p15:guide id="20" pos="4944">
          <p15:clr>
            <a:srgbClr val="A4A3A4"/>
          </p15:clr>
        </p15:guide>
        <p15:guide id="21" pos="5544">
          <p15:clr>
            <a:srgbClr val="A4A3A4"/>
          </p15:clr>
        </p15:guide>
        <p15:guide id="22" pos="6072">
          <p15:clr>
            <a:srgbClr val="A4A3A4"/>
          </p15:clr>
        </p15:guide>
        <p15:guide id="23" orient="horz" pos="2448">
          <p15:clr>
            <a:srgbClr val="A4A3A4"/>
          </p15:clr>
        </p15:guide>
        <p15:guide id="24" orient="horz" pos="960">
          <p15:clr>
            <a:srgbClr val="A4A3A4"/>
          </p15:clr>
        </p15:guide>
        <p15:guide id="25" pos="5256">
          <p15:clr>
            <a:srgbClr val="A4A3A4"/>
          </p15:clr>
        </p15:guide>
        <p15:guide id="26" pos="7261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jqFqw4NhlrtdmJEJFj2kHRUnU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  <p:guide pos="456"/>
        <p:guide pos="2616" orient="horz"/>
        <p:guide pos="3264" orient="horz"/>
        <p:guide pos="6912"/>
        <p:guide pos="2136" orient="horz"/>
        <p:guide pos="4008" orient="horz"/>
        <p:guide pos="1152" orient="horz"/>
        <p:guide pos="2352" orient="horz"/>
        <p:guide pos="1512" orient="horz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pos="2448" orient="horz"/>
        <p:guide pos="960" orient="horz"/>
        <p:guide pos="5256"/>
        <p:guide pos="726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EBGaramond-bold.fntdata"/><Relationship Id="rId27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BGaramon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Black-regular.fntdata"/><Relationship Id="rId30" Type="http://schemas.openxmlformats.org/officeDocument/2006/relationships/font" Target="fonts/EBGaramon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3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4:notes"/>
          <p:cNvSpPr/>
          <p:nvPr>
            <p:ph idx="2" type="sldImg"/>
          </p:nvPr>
        </p:nvSpPr>
        <p:spPr>
          <a:xfrm>
            <a:off x="-1268413" y="1828800"/>
            <a:ext cx="16254413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6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8eca47beb_2_5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288eca47beb_2_5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8eca47beb_2_31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288eca47beb_2_31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88eca47beb_2_97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288eca47beb_2_97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8eca47beb_2_135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288eca47beb_2_135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88eca47beb_2_142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288eca47beb_2_142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8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88eca47beb_4_92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288eca47beb_4_92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88eca47beb_3_0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288eca47beb_3_0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88eca47beb_4_24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g288eca47beb_4_24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88eca47beb_4_40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288eca47beb_4_40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88eca47beb_4_53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288eca47beb_4_53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88eca47beb_4_66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g288eca47beb_4_66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88eca47beb_4_79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g288eca47beb_4_79:notes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2286450" y="1828800"/>
            <a:ext cx="914445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/>
          <p:nvPr/>
        </p:nvSpPr>
        <p:spPr>
          <a:xfrm>
            <a:off x="0" y="0"/>
            <a:ext cx="5295900" cy="6877050"/>
          </a:xfrm>
          <a:custGeom>
            <a:rect b="b" l="l" r="r" t="t"/>
            <a:pathLst>
              <a:path extrusionOk="0" h="6877050" w="529590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20"/>
          <p:cNvSpPr/>
          <p:nvPr/>
        </p:nvSpPr>
        <p:spPr>
          <a:xfrm>
            <a:off x="1600201" y="1173106"/>
            <a:ext cx="9191625" cy="5704772"/>
          </a:xfrm>
          <a:custGeom>
            <a:rect b="b" l="l" r="r" t="t"/>
            <a:pathLst>
              <a:path extrusionOk="0" h="5704772" w="9191625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2795588" y="0"/>
            <a:ext cx="6803142" cy="5396474"/>
          </a:xfrm>
          <a:custGeom>
            <a:rect b="b" l="l" r="r" t="t"/>
            <a:pathLst>
              <a:path extrusionOk="0" h="5396474" w="6803142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" name="Google Shape;14;p20"/>
          <p:cNvSpPr txBox="1"/>
          <p:nvPr>
            <p:ph type="ctrTitle"/>
          </p:nvPr>
        </p:nvSpPr>
        <p:spPr>
          <a:xfrm>
            <a:off x="3403092" y="69574"/>
            <a:ext cx="5385816" cy="3139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>
            <a:lvl1pPr lv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4349496" y="3255267"/>
            <a:ext cx="3493008" cy="1644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1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8" name="Google Shape;18;p21"/>
            <p:cNvSpPr/>
            <p:nvPr/>
          </p:nvSpPr>
          <p:spPr>
            <a:xfrm>
              <a:off x="5009037" y="2525712"/>
              <a:ext cx="3601721" cy="4332288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>
              <a:off x="8589536" y="2525712"/>
              <a:ext cx="3589694" cy="4332288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0" name="Google Shape;20;p21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21" name="Google Shape;21;p21"/>
            <p:cNvSpPr/>
            <p:nvPr/>
          </p:nvSpPr>
          <p:spPr>
            <a:xfrm>
              <a:off x="5183405" y="2678112"/>
              <a:ext cx="3601721" cy="4332288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>
              <a:off x="8763903" y="2678112"/>
              <a:ext cx="3589695" cy="4332288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3" name="Google Shape;23;p21"/>
          <p:cNvSpPr/>
          <p:nvPr/>
        </p:nvSpPr>
        <p:spPr>
          <a:xfrm>
            <a:off x="7642518" y="4577658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" name="Google Shape;24;p21"/>
          <p:cNvSpPr txBox="1"/>
          <p:nvPr>
            <p:ph type="title"/>
          </p:nvPr>
        </p:nvSpPr>
        <p:spPr>
          <a:xfrm>
            <a:off x="1499616" y="89452"/>
            <a:ext cx="5693664" cy="25805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/>
          <p:nvPr/>
        </p:nvSpPr>
        <p:spPr>
          <a:xfrm>
            <a:off x="0" y="3427336"/>
            <a:ext cx="3430200" cy="3430665"/>
          </a:xfrm>
          <a:custGeom>
            <a:rect b="b" l="l" r="r" t="t"/>
            <a:pathLst>
              <a:path extrusionOk="0" h="3430665" w="343020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" name="Google Shape;28;p22"/>
          <p:cNvSpPr/>
          <p:nvPr/>
        </p:nvSpPr>
        <p:spPr>
          <a:xfrm>
            <a:off x="0" y="3427336"/>
            <a:ext cx="3430200" cy="3430665"/>
          </a:xfrm>
          <a:custGeom>
            <a:rect b="b" l="l" r="r" t="t"/>
            <a:pathLst>
              <a:path extrusionOk="0" h="3430665" w="343020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" name="Google Shape;29;p22"/>
          <p:cNvSpPr/>
          <p:nvPr/>
        </p:nvSpPr>
        <p:spPr>
          <a:xfrm>
            <a:off x="1" y="1"/>
            <a:ext cx="3423785" cy="3437345"/>
          </a:xfrm>
          <a:custGeom>
            <a:rect b="b" l="l" r="r" t="t"/>
            <a:pathLst>
              <a:path extrusionOk="0" h="3437345" w="342378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" name="Google Shape;30;p22"/>
          <p:cNvSpPr/>
          <p:nvPr/>
        </p:nvSpPr>
        <p:spPr>
          <a:xfrm>
            <a:off x="1" y="869"/>
            <a:ext cx="3423785" cy="3436477"/>
          </a:xfrm>
          <a:custGeom>
            <a:rect b="b" l="l" r="r" t="t"/>
            <a:pathLst>
              <a:path extrusionOk="0" h="3436477" w="3423785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" name="Google Shape;31;p22"/>
          <p:cNvSpPr txBox="1"/>
          <p:nvPr>
            <p:ph type="title"/>
          </p:nvPr>
        </p:nvSpPr>
        <p:spPr>
          <a:xfrm>
            <a:off x="4224528" y="815009"/>
            <a:ext cx="6766560" cy="28114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10003536" y="472108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4224528" y="3723748"/>
            <a:ext cx="6766560" cy="244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238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8">
  <p:cSld name="Team x8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760937" y="755729"/>
            <a:ext cx="10665089" cy="8599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4"/>
          <p:cNvSpPr/>
          <p:nvPr>
            <p:ph idx="2" type="pic"/>
          </p:nvPr>
        </p:nvSpPr>
        <p:spPr>
          <a:xfrm>
            <a:off x="1271016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1271016" y="3320463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3" type="body"/>
          </p:nvPr>
        </p:nvSpPr>
        <p:spPr>
          <a:xfrm>
            <a:off x="1271016" y="3696472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/>
          <p:nvPr>
            <p:ph idx="4" type="pic"/>
          </p:nvPr>
        </p:nvSpPr>
        <p:spPr>
          <a:xfrm>
            <a:off x="1271016" y="4273471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43" name="Google Shape;43;p24"/>
          <p:cNvSpPr txBox="1"/>
          <p:nvPr>
            <p:ph idx="5" type="body"/>
          </p:nvPr>
        </p:nvSpPr>
        <p:spPr>
          <a:xfrm>
            <a:off x="1271016" y="5919391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6" type="body"/>
          </p:nvPr>
        </p:nvSpPr>
        <p:spPr>
          <a:xfrm>
            <a:off x="1271016" y="6295400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4"/>
          <p:cNvSpPr/>
          <p:nvPr>
            <p:ph idx="7" type="pic"/>
          </p:nvPr>
        </p:nvSpPr>
        <p:spPr>
          <a:xfrm>
            <a:off x="3828288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46" name="Google Shape;46;p24"/>
          <p:cNvSpPr txBox="1"/>
          <p:nvPr>
            <p:ph idx="8" type="body"/>
          </p:nvPr>
        </p:nvSpPr>
        <p:spPr>
          <a:xfrm>
            <a:off x="3828288" y="3320463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9" type="body"/>
          </p:nvPr>
        </p:nvSpPr>
        <p:spPr>
          <a:xfrm>
            <a:off x="3828288" y="3696472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/>
          <p:nvPr>
            <p:ph idx="13" type="pic"/>
          </p:nvPr>
        </p:nvSpPr>
        <p:spPr>
          <a:xfrm>
            <a:off x="3828288" y="4273471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49" name="Google Shape;49;p24"/>
          <p:cNvSpPr txBox="1"/>
          <p:nvPr>
            <p:ph idx="14" type="body"/>
          </p:nvPr>
        </p:nvSpPr>
        <p:spPr>
          <a:xfrm>
            <a:off x="3828288" y="5919391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5" type="body"/>
          </p:nvPr>
        </p:nvSpPr>
        <p:spPr>
          <a:xfrm>
            <a:off x="3828288" y="6295400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/>
          <p:nvPr>
            <p:ph idx="16" type="pic"/>
          </p:nvPr>
        </p:nvSpPr>
        <p:spPr>
          <a:xfrm>
            <a:off x="6385560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52" name="Google Shape;52;p24"/>
          <p:cNvSpPr txBox="1"/>
          <p:nvPr>
            <p:ph idx="17" type="body"/>
          </p:nvPr>
        </p:nvSpPr>
        <p:spPr>
          <a:xfrm>
            <a:off x="6385560" y="3320463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8" type="body"/>
          </p:nvPr>
        </p:nvSpPr>
        <p:spPr>
          <a:xfrm>
            <a:off x="6385560" y="3696472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/>
          <p:nvPr>
            <p:ph idx="19" type="pic"/>
          </p:nvPr>
        </p:nvSpPr>
        <p:spPr>
          <a:xfrm>
            <a:off x="6385560" y="4273471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55" name="Google Shape;55;p24"/>
          <p:cNvSpPr txBox="1"/>
          <p:nvPr>
            <p:ph idx="20" type="body"/>
          </p:nvPr>
        </p:nvSpPr>
        <p:spPr>
          <a:xfrm>
            <a:off x="6385560" y="5919391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21" type="body"/>
          </p:nvPr>
        </p:nvSpPr>
        <p:spPr>
          <a:xfrm>
            <a:off x="6385560" y="6295400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4"/>
          <p:cNvSpPr/>
          <p:nvPr>
            <p:ph idx="22" type="pic"/>
          </p:nvPr>
        </p:nvSpPr>
        <p:spPr>
          <a:xfrm>
            <a:off x="8942832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58" name="Google Shape;58;p24"/>
          <p:cNvSpPr txBox="1"/>
          <p:nvPr>
            <p:ph idx="23" type="body"/>
          </p:nvPr>
        </p:nvSpPr>
        <p:spPr>
          <a:xfrm>
            <a:off x="8942832" y="3320463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24" type="body"/>
          </p:nvPr>
        </p:nvSpPr>
        <p:spPr>
          <a:xfrm>
            <a:off x="8942832" y="3696472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4"/>
          <p:cNvSpPr/>
          <p:nvPr>
            <p:ph idx="25" type="pic"/>
          </p:nvPr>
        </p:nvSpPr>
        <p:spPr>
          <a:xfrm>
            <a:off x="8942832" y="4273471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61" name="Google Shape;61;p24"/>
          <p:cNvSpPr txBox="1"/>
          <p:nvPr>
            <p:ph idx="26" type="body"/>
          </p:nvPr>
        </p:nvSpPr>
        <p:spPr>
          <a:xfrm>
            <a:off x="8942832" y="5919391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b="0" sz="14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27" type="body"/>
          </p:nvPr>
        </p:nvSpPr>
        <p:spPr>
          <a:xfrm>
            <a:off x="8942832" y="6295400"/>
            <a:ext cx="2029968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2062836" y="686475"/>
            <a:ext cx="7774629" cy="6193018"/>
          </a:xfrm>
          <a:custGeom>
            <a:rect b="b" l="l" r="r" t="t"/>
            <a:pathLst>
              <a:path extrusionOk="0" h="6193018" w="7774629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23"/>
          <p:cNvSpPr/>
          <p:nvPr/>
        </p:nvSpPr>
        <p:spPr>
          <a:xfrm>
            <a:off x="7610252" y="1"/>
            <a:ext cx="2273668" cy="3147998"/>
          </a:xfrm>
          <a:custGeom>
            <a:rect b="b" l="l" r="r" t="t"/>
            <a:pathLst>
              <a:path extrusionOk="0" h="3147998" w="227366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6" name="Google Shape;66;p23"/>
          <p:cNvSpPr/>
          <p:nvPr/>
        </p:nvSpPr>
        <p:spPr>
          <a:xfrm>
            <a:off x="9883919" y="2"/>
            <a:ext cx="2254928" cy="3141557"/>
          </a:xfrm>
          <a:custGeom>
            <a:rect b="b" l="l" r="r" t="t"/>
            <a:pathLst>
              <a:path extrusionOk="0" h="3141557" w="2254928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7" name="Google Shape;67;p23"/>
          <p:cNvSpPr/>
          <p:nvPr/>
        </p:nvSpPr>
        <p:spPr>
          <a:xfrm>
            <a:off x="8395730" y="2"/>
            <a:ext cx="2959203" cy="2352793"/>
          </a:xfrm>
          <a:custGeom>
            <a:rect b="b" l="l" r="r" t="t"/>
            <a:pathLst>
              <a:path extrusionOk="0" h="2352793" w="295920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8" name="Google Shape;68;p23"/>
          <p:cNvSpPr/>
          <p:nvPr/>
        </p:nvSpPr>
        <p:spPr>
          <a:xfrm>
            <a:off x="1390854" y="3130662"/>
            <a:ext cx="3106248" cy="3748831"/>
          </a:xfrm>
          <a:custGeom>
            <a:rect b="b" l="l" r="r" t="t"/>
            <a:pathLst>
              <a:path extrusionOk="0" h="3748831" w="3106248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431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23"/>
          <p:cNvSpPr/>
          <p:nvPr/>
        </p:nvSpPr>
        <p:spPr>
          <a:xfrm>
            <a:off x="0" y="3130661"/>
            <a:ext cx="1400640" cy="3748832"/>
          </a:xfrm>
          <a:custGeom>
            <a:rect b="b" l="l" r="r" t="t"/>
            <a:pathLst>
              <a:path extrusionOk="0" h="3748832" w="140064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23"/>
          <p:cNvSpPr txBox="1"/>
          <p:nvPr>
            <p:ph type="title"/>
          </p:nvPr>
        </p:nvSpPr>
        <p:spPr>
          <a:xfrm>
            <a:off x="2895600" y="1699591"/>
            <a:ext cx="6400800" cy="28449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2895600" y="4598948"/>
            <a:ext cx="6400800" cy="847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accent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/>
          <p:nvPr/>
        </p:nvSpPr>
        <p:spPr>
          <a:xfrm>
            <a:off x="0" y="0"/>
            <a:ext cx="8948738" cy="6858000"/>
          </a:xfrm>
          <a:custGeom>
            <a:rect b="b" l="l" r="r" t="t"/>
            <a:pathLst>
              <a:path extrusionOk="0" h="6858000" w="8948738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4" name="Google Shape;74;p25"/>
          <p:cNvSpPr/>
          <p:nvPr/>
        </p:nvSpPr>
        <p:spPr>
          <a:xfrm>
            <a:off x="7538626" y="13142"/>
            <a:ext cx="4653374" cy="6831717"/>
          </a:xfrm>
          <a:custGeom>
            <a:rect b="b" l="l" r="r" t="t"/>
            <a:pathLst>
              <a:path extrusionOk="0" h="6831717" w="4653374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5" name="Google Shape;7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5"/>
          <p:cNvSpPr txBox="1"/>
          <p:nvPr>
            <p:ph type="ctrTitle"/>
          </p:nvPr>
        </p:nvSpPr>
        <p:spPr>
          <a:xfrm>
            <a:off x="1527048" y="327989"/>
            <a:ext cx="4550664" cy="24537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>
            <a:lvl1pPr lv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" type="subTitle"/>
          </p:nvPr>
        </p:nvSpPr>
        <p:spPr>
          <a:xfrm>
            <a:off x="1545336" y="2846832"/>
            <a:ext cx="4550664" cy="2314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/>
          <p:nvPr/>
        </p:nvSpPr>
        <p:spPr>
          <a:xfrm>
            <a:off x="-7117" y="0"/>
            <a:ext cx="2550985" cy="6858000"/>
          </a:xfrm>
          <a:custGeom>
            <a:rect b="b" l="l" r="r" t="t"/>
            <a:pathLst>
              <a:path extrusionOk="0" h="6858000" w="2550985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0" name="Google Shape;80;p27"/>
          <p:cNvSpPr/>
          <p:nvPr/>
        </p:nvSpPr>
        <p:spPr>
          <a:xfrm>
            <a:off x="-9415" y="0"/>
            <a:ext cx="2548591" cy="2555628"/>
          </a:xfrm>
          <a:custGeom>
            <a:rect b="b" l="l" r="r" t="t"/>
            <a:pathLst>
              <a:path extrusionOk="0" h="2555628" w="2548591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1" name="Google Shape;81;p27"/>
          <p:cNvSpPr/>
          <p:nvPr/>
        </p:nvSpPr>
        <p:spPr>
          <a:xfrm flipH="1">
            <a:off x="2535251" y="4308466"/>
            <a:ext cx="2550984" cy="2560441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27"/>
          <p:cNvSpPr/>
          <p:nvPr/>
        </p:nvSpPr>
        <p:spPr>
          <a:xfrm flipH="1">
            <a:off x="-10617" y="4308466"/>
            <a:ext cx="2550984" cy="2560441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3" name="Google Shape;83;p27"/>
          <p:cNvSpPr/>
          <p:nvPr/>
        </p:nvSpPr>
        <p:spPr>
          <a:xfrm>
            <a:off x="2543868" y="0"/>
            <a:ext cx="2560340" cy="2560340"/>
          </a:xfrm>
          <a:custGeom>
            <a:rect b="b" l="l" r="r" t="t"/>
            <a:pathLst>
              <a:path extrusionOk="0" h="2560340" w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27"/>
          <p:cNvSpPr txBox="1"/>
          <p:nvPr>
            <p:ph type="title"/>
          </p:nvPr>
        </p:nvSpPr>
        <p:spPr>
          <a:xfrm>
            <a:off x="4441121" y="1344404"/>
            <a:ext cx="6984906" cy="25604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  <a:defRPr b="1" sz="3300"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7"/>
          <p:cNvSpPr txBox="1"/>
          <p:nvPr>
            <p:ph idx="1" type="body"/>
          </p:nvPr>
        </p:nvSpPr>
        <p:spPr>
          <a:xfrm>
            <a:off x="3611880" y="1347664"/>
            <a:ext cx="768096" cy="1882471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b="1" sz="100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2" type="body"/>
          </p:nvPr>
        </p:nvSpPr>
        <p:spPr>
          <a:xfrm>
            <a:off x="4441120" y="3977196"/>
            <a:ext cx="4971237" cy="864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3" type="body"/>
          </p:nvPr>
        </p:nvSpPr>
        <p:spPr>
          <a:xfrm>
            <a:off x="9500616" y="3209544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b="1" sz="100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x4">
  <p:cSld name="Team x4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45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28"/>
          <p:cNvSpPr txBox="1"/>
          <p:nvPr>
            <p:ph type="title"/>
          </p:nvPr>
        </p:nvSpPr>
        <p:spPr>
          <a:xfrm>
            <a:off x="758952" y="751398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8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8"/>
          <p:cNvSpPr/>
          <p:nvPr>
            <p:ph idx="2" type="pic"/>
          </p:nvPr>
        </p:nvSpPr>
        <p:spPr>
          <a:xfrm>
            <a:off x="758905" y="2392023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5" name="Google Shape;95;p28"/>
          <p:cNvSpPr txBox="1"/>
          <p:nvPr>
            <p:ph idx="1" type="body"/>
          </p:nvPr>
        </p:nvSpPr>
        <p:spPr>
          <a:xfrm>
            <a:off x="758905" y="4989515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3" type="body"/>
          </p:nvPr>
        </p:nvSpPr>
        <p:spPr>
          <a:xfrm>
            <a:off x="916885" y="5599755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8"/>
          <p:cNvSpPr/>
          <p:nvPr>
            <p:ph idx="4" type="pic"/>
          </p:nvPr>
        </p:nvSpPr>
        <p:spPr>
          <a:xfrm>
            <a:off x="3517361" y="2392619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8" name="Google Shape;98;p28"/>
          <p:cNvSpPr txBox="1"/>
          <p:nvPr>
            <p:ph idx="5" type="body"/>
          </p:nvPr>
        </p:nvSpPr>
        <p:spPr>
          <a:xfrm>
            <a:off x="3516747" y="4990111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6" type="body"/>
          </p:nvPr>
        </p:nvSpPr>
        <p:spPr>
          <a:xfrm>
            <a:off x="3674073" y="5600351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8"/>
          <p:cNvSpPr/>
          <p:nvPr>
            <p:ph idx="7" type="pic"/>
          </p:nvPr>
        </p:nvSpPr>
        <p:spPr>
          <a:xfrm>
            <a:off x="6275817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1" name="Google Shape;101;p28"/>
          <p:cNvSpPr txBox="1"/>
          <p:nvPr>
            <p:ph idx="8" type="body"/>
          </p:nvPr>
        </p:nvSpPr>
        <p:spPr>
          <a:xfrm>
            <a:off x="6274589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9" type="body"/>
          </p:nvPr>
        </p:nvSpPr>
        <p:spPr>
          <a:xfrm>
            <a:off x="6432529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8"/>
          <p:cNvSpPr/>
          <p:nvPr>
            <p:ph idx="13" type="pic"/>
          </p:nvPr>
        </p:nvSpPr>
        <p:spPr>
          <a:xfrm>
            <a:off x="9034272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4" name="Google Shape;104;p28"/>
          <p:cNvSpPr txBox="1"/>
          <p:nvPr>
            <p:ph idx="14" type="body"/>
          </p:nvPr>
        </p:nvSpPr>
        <p:spPr>
          <a:xfrm>
            <a:off x="9032431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5" type="body"/>
          </p:nvPr>
        </p:nvSpPr>
        <p:spPr>
          <a:xfrm>
            <a:off x="9190984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Title and 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/>
          <p:nvPr/>
        </p:nvSpPr>
        <p:spPr>
          <a:xfrm>
            <a:off x="9866106" y="0"/>
            <a:ext cx="2325894" cy="2180854"/>
          </a:xfrm>
          <a:custGeom>
            <a:rect b="b" l="l" r="r" t="t"/>
            <a:pathLst>
              <a:path extrusionOk="0" h="2180854" w="232589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8" name="Google Shape;108;p26"/>
          <p:cNvSpPr txBox="1"/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755904" y="2825496"/>
            <a:ext cx="10680192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1"/>
          <p:cNvSpPr txBox="1"/>
          <p:nvPr>
            <p:ph type="title"/>
          </p:nvPr>
        </p:nvSpPr>
        <p:spPr>
          <a:xfrm>
            <a:off x="3986784" y="701702"/>
            <a:ext cx="7439243" cy="13099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31"/>
          <p:cNvSpPr/>
          <p:nvPr/>
        </p:nvSpPr>
        <p:spPr>
          <a:xfrm>
            <a:off x="-5568" y="-2784"/>
            <a:ext cx="3443288" cy="6891337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6" name="Google Shape;1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/>
          <p:nvPr/>
        </p:nvSpPr>
        <p:spPr>
          <a:xfrm>
            <a:off x="1721621" y="-2784"/>
            <a:ext cx="1716115" cy="1720853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8" name="Google Shape;118;p31"/>
          <p:cNvSpPr/>
          <p:nvPr/>
        </p:nvSpPr>
        <p:spPr>
          <a:xfrm>
            <a:off x="-5568" y="3440504"/>
            <a:ext cx="3443288" cy="3448050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9" name="Google Shape;1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986784" y="2071314"/>
            <a:ext cx="3813048" cy="730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31"/>
          <p:cNvSpPr txBox="1"/>
          <p:nvPr>
            <p:ph idx="2" type="body"/>
          </p:nvPr>
        </p:nvSpPr>
        <p:spPr>
          <a:xfrm>
            <a:off x="3986784" y="2877312"/>
            <a:ext cx="380399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3" type="body"/>
          </p:nvPr>
        </p:nvSpPr>
        <p:spPr>
          <a:xfrm>
            <a:off x="7857877" y="2071314"/>
            <a:ext cx="3568150" cy="730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1"/>
          <p:cNvSpPr txBox="1"/>
          <p:nvPr>
            <p:ph idx="4" type="body"/>
          </p:nvPr>
        </p:nvSpPr>
        <p:spPr>
          <a:xfrm>
            <a:off x="7857877" y="2877312"/>
            <a:ext cx="356815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/>
          <p:nvPr/>
        </p:nvSpPr>
        <p:spPr>
          <a:xfrm>
            <a:off x="0" y="0"/>
            <a:ext cx="2838450" cy="2857958"/>
          </a:xfrm>
          <a:custGeom>
            <a:rect b="b" l="l" r="r" t="t"/>
            <a:pathLst>
              <a:path extrusionOk="0" h="2857958" w="283845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6" name="Google Shape;126;p30"/>
          <p:cNvSpPr/>
          <p:nvPr/>
        </p:nvSpPr>
        <p:spPr>
          <a:xfrm>
            <a:off x="1" y="-1"/>
            <a:ext cx="1970627" cy="1990267"/>
          </a:xfrm>
          <a:custGeom>
            <a:rect b="b" l="l" r="r" t="t"/>
            <a:pathLst>
              <a:path extrusionOk="0" h="1990267" w="197062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7" name="Google Shape;127;p30"/>
          <p:cNvSpPr/>
          <p:nvPr/>
        </p:nvSpPr>
        <p:spPr>
          <a:xfrm>
            <a:off x="1" y="1"/>
            <a:ext cx="1003449" cy="1013015"/>
          </a:xfrm>
          <a:custGeom>
            <a:rect b="b" l="l" r="r" t="t"/>
            <a:pathLst>
              <a:path extrusionOk="0" h="1013015" w="1003449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8" name="Google Shape;128;p30"/>
          <p:cNvSpPr txBox="1"/>
          <p:nvPr>
            <p:ph type="title"/>
          </p:nvPr>
        </p:nvSpPr>
        <p:spPr>
          <a:xfrm>
            <a:off x="758952" y="731520"/>
            <a:ext cx="10671048" cy="21264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0"/>
          <p:cNvSpPr/>
          <p:nvPr/>
        </p:nvSpPr>
        <p:spPr>
          <a:xfrm>
            <a:off x="1458332" y="590133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685338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30"/>
          <p:cNvSpPr txBox="1"/>
          <p:nvPr>
            <p:ph idx="2" type="body"/>
          </p:nvPr>
        </p:nvSpPr>
        <p:spPr>
          <a:xfrm>
            <a:off x="2900911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p30"/>
          <p:cNvSpPr txBox="1"/>
          <p:nvPr>
            <p:ph idx="3" type="body"/>
          </p:nvPr>
        </p:nvSpPr>
        <p:spPr>
          <a:xfrm>
            <a:off x="5116484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30"/>
          <p:cNvSpPr txBox="1"/>
          <p:nvPr>
            <p:ph idx="4" type="body"/>
          </p:nvPr>
        </p:nvSpPr>
        <p:spPr>
          <a:xfrm>
            <a:off x="7332057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5" name="Google Shape;135;p30"/>
          <p:cNvSpPr txBox="1"/>
          <p:nvPr>
            <p:ph idx="5" type="body"/>
          </p:nvPr>
        </p:nvSpPr>
        <p:spPr>
          <a:xfrm>
            <a:off x="9547629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cxnSp>
        <p:nvCxnSpPr>
          <p:cNvPr id="136" name="Google Shape;136;p30"/>
          <p:cNvCxnSpPr/>
          <p:nvPr/>
        </p:nvCxnSpPr>
        <p:spPr>
          <a:xfrm>
            <a:off x="739398" y="4187681"/>
            <a:ext cx="10812360" cy="0"/>
          </a:xfrm>
          <a:prstGeom prst="straightConnector1">
            <a:avLst/>
          </a:prstGeom>
          <a:noFill/>
          <a:ln cap="flat" cmpd="sng" w="12700">
            <a:solidFill>
              <a:srgbClr val="F1D0D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30"/>
          <p:cNvSpPr/>
          <p:nvPr/>
        </p:nvSpPr>
        <p:spPr>
          <a:xfrm rot="-5400000">
            <a:off x="1669440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8" name="Google Shape;138;p30"/>
          <p:cNvSpPr/>
          <p:nvPr/>
        </p:nvSpPr>
        <p:spPr>
          <a:xfrm rot="-5400000">
            <a:off x="3881150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30"/>
          <p:cNvSpPr/>
          <p:nvPr/>
        </p:nvSpPr>
        <p:spPr>
          <a:xfrm rot="-5400000">
            <a:off x="6045016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0" name="Google Shape;140;p30"/>
          <p:cNvSpPr/>
          <p:nvPr/>
        </p:nvSpPr>
        <p:spPr>
          <a:xfrm rot="-5400000">
            <a:off x="8264631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1" name="Google Shape;141;p30"/>
          <p:cNvSpPr/>
          <p:nvPr/>
        </p:nvSpPr>
        <p:spPr>
          <a:xfrm rot="-5400000">
            <a:off x="10475505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2" name="Google Shape;142;p30"/>
          <p:cNvSpPr txBox="1"/>
          <p:nvPr>
            <p:ph idx="6" type="body"/>
          </p:nvPr>
        </p:nvSpPr>
        <p:spPr>
          <a:xfrm>
            <a:off x="685338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7" type="body"/>
          </p:nvPr>
        </p:nvSpPr>
        <p:spPr>
          <a:xfrm>
            <a:off x="2900911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8" type="body"/>
          </p:nvPr>
        </p:nvSpPr>
        <p:spPr>
          <a:xfrm>
            <a:off x="5116484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9" type="body"/>
          </p:nvPr>
        </p:nvSpPr>
        <p:spPr>
          <a:xfrm>
            <a:off x="7332057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3" type="body"/>
          </p:nvPr>
        </p:nvSpPr>
        <p:spPr>
          <a:xfrm>
            <a:off x="9547629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>
            <a:off x="8758238" y="-14287"/>
            <a:ext cx="3433763" cy="3452812"/>
          </a:xfrm>
          <a:custGeom>
            <a:rect b="b" l="l" r="r" t="t"/>
            <a:pathLst>
              <a:path extrusionOk="0" h="3452812" w="3433763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9" name="Google Shape;149;p33"/>
          <p:cNvSpPr/>
          <p:nvPr/>
        </p:nvSpPr>
        <p:spPr>
          <a:xfrm>
            <a:off x="8758238" y="3438525"/>
            <a:ext cx="3433763" cy="3433762"/>
          </a:xfrm>
          <a:custGeom>
            <a:rect b="b" l="l" r="r" t="t"/>
            <a:pathLst>
              <a:path extrusionOk="0" h="3433762" w="3433763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0" name="Google Shape;150;p33"/>
          <p:cNvSpPr/>
          <p:nvPr/>
        </p:nvSpPr>
        <p:spPr>
          <a:xfrm flipH="1" rot="10800000">
            <a:off x="9991725" y="1247775"/>
            <a:ext cx="2200275" cy="2181225"/>
          </a:xfrm>
          <a:custGeom>
            <a:rect b="b" l="l" r="r" t="t"/>
            <a:pathLst>
              <a:path extrusionOk="0" h="2181225" w="220027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1" name="Google Shape;151;p33"/>
          <p:cNvSpPr/>
          <p:nvPr/>
        </p:nvSpPr>
        <p:spPr>
          <a:xfrm flipH="1" rot="10800000">
            <a:off x="-20086" y="4580051"/>
            <a:ext cx="2277948" cy="2277948"/>
          </a:xfrm>
          <a:custGeom>
            <a:rect b="b" l="l" r="r" t="t"/>
            <a:pathLst>
              <a:path extrusionOk="0" h="2277948" w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2" name="Google Shape;15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3"/>
          <p:cNvSpPr/>
          <p:nvPr/>
        </p:nvSpPr>
        <p:spPr>
          <a:xfrm>
            <a:off x="1707959" y="5667616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4" name="Google Shape;154;p33"/>
          <p:cNvSpPr txBox="1"/>
          <p:nvPr>
            <p:ph type="title"/>
          </p:nvPr>
        </p:nvSpPr>
        <p:spPr>
          <a:xfrm>
            <a:off x="1508760" y="831101"/>
            <a:ext cx="6527800" cy="2628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1508760" y="3556431"/>
            <a:ext cx="6527800" cy="189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238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lumn">
  <p:cSld name="5 Column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758952" y="701702"/>
            <a:ext cx="10671048" cy="1444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9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9"/>
          <p:cNvSpPr/>
          <p:nvPr/>
        </p:nvSpPr>
        <p:spPr>
          <a:xfrm>
            <a:off x="1329989" y="2370268"/>
            <a:ext cx="722376" cy="722376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3" name="Google Shape;163;p29"/>
          <p:cNvSpPr/>
          <p:nvPr>
            <p:ph idx="2" type="pic"/>
          </p:nvPr>
        </p:nvSpPr>
        <p:spPr>
          <a:xfrm>
            <a:off x="1339134" y="2379412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685338" y="2758440"/>
            <a:ext cx="2011680" cy="2826771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29"/>
          <p:cNvSpPr/>
          <p:nvPr/>
        </p:nvSpPr>
        <p:spPr>
          <a:xfrm>
            <a:off x="685338" y="4064834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6" name="Google Shape;166;p29"/>
          <p:cNvSpPr txBox="1"/>
          <p:nvPr>
            <p:ph idx="3" type="body"/>
          </p:nvPr>
        </p:nvSpPr>
        <p:spPr>
          <a:xfrm>
            <a:off x="731058" y="4156758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9"/>
          <p:cNvSpPr/>
          <p:nvPr/>
        </p:nvSpPr>
        <p:spPr>
          <a:xfrm>
            <a:off x="3545563" y="2373190"/>
            <a:ext cx="722376" cy="722376"/>
          </a:xfrm>
          <a:prstGeom prst="ellipse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8" name="Google Shape;168;p29"/>
          <p:cNvSpPr/>
          <p:nvPr>
            <p:ph idx="4" type="pic"/>
          </p:nvPr>
        </p:nvSpPr>
        <p:spPr>
          <a:xfrm>
            <a:off x="3554707" y="2379412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69" name="Google Shape;169;p29"/>
          <p:cNvSpPr txBox="1"/>
          <p:nvPr>
            <p:ph idx="5" type="body"/>
          </p:nvPr>
        </p:nvSpPr>
        <p:spPr>
          <a:xfrm>
            <a:off x="2900910" y="2756536"/>
            <a:ext cx="2011680" cy="2828676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0" name="Google Shape;170;p29"/>
          <p:cNvSpPr/>
          <p:nvPr/>
        </p:nvSpPr>
        <p:spPr>
          <a:xfrm>
            <a:off x="2900911" y="4064834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1" name="Google Shape;171;p29"/>
          <p:cNvSpPr txBox="1"/>
          <p:nvPr>
            <p:ph idx="6" type="body"/>
          </p:nvPr>
        </p:nvSpPr>
        <p:spPr>
          <a:xfrm>
            <a:off x="2946630" y="4156758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9"/>
          <p:cNvSpPr/>
          <p:nvPr/>
        </p:nvSpPr>
        <p:spPr>
          <a:xfrm>
            <a:off x="5761135" y="2373190"/>
            <a:ext cx="722376" cy="722376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3" name="Google Shape;173;p29"/>
          <p:cNvSpPr/>
          <p:nvPr>
            <p:ph idx="7" type="pic"/>
          </p:nvPr>
        </p:nvSpPr>
        <p:spPr>
          <a:xfrm>
            <a:off x="5770280" y="2379412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4" name="Google Shape;174;p29"/>
          <p:cNvSpPr txBox="1"/>
          <p:nvPr>
            <p:ph idx="8" type="body"/>
          </p:nvPr>
        </p:nvSpPr>
        <p:spPr>
          <a:xfrm>
            <a:off x="5116484" y="2756535"/>
            <a:ext cx="2011680" cy="2828676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29"/>
          <p:cNvSpPr/>
          <p:nvPr/>
        </p:nvSpPr>
        <p:spPr>
          <a:xfrm>
            <a:off x="5116484" y="4064834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6" name="Google Shape;176;p29"/>
          <p:cNvSpPr txBox="1"/>
          <p:nvPr>
            <p:ph idx="9" type="body"/>
          </p:nvPr>
        </p:nvSpPr>
        <p:spPr>
          <a:xfrm>
            <a:off x="5162204" y="4156758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9"/>
          <p:cNvSpPr/>
          <p:nvPr/>
        </p:nvSpPr>
        <p:spPr>
          <a:xfrm>
            <a:off x="7976707" y="2373190"/>
            <a:ext cx="722376" cy="722376"/>
          </a:xfrm>
          <a:prstGeom prst="ellipse">
            <a:avLst/>
          </a:prstGeom>
          <a:noFill/>
          <a:ln cap="flat" cmpd="sng" w="25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8" name="Google Shape;178;p29"/>
          <p:cNvSpPr/>
          <p:nvPr>
            <p:ph idx="13" type="pic"/>
          </p:nvPr>
        </p:nvSpPr>
        <p:spPr>
          <a:xfrm>
            <a:off x="7985853" y="2379412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4" type="body"/>
          </p:nvPr>
        </p:nvSpPr>
        <p:spPr>
          <a:xfrm>
            <a:off x="7332057" y="2758440"/>
            <a:ext cx="2011680" cy="2826771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0" name="Google Shape;180;p29"/>
          <p:cNvSpPr/>
          <p:nvPr/>
        </p:nvSpPr>
        <p:spPr>
          <a:xfrm>
            <a:off x="7332057" y="4064834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1" name="Google Shape;181;p29"/>
          <p:cNvSpPr txBox="1"/>
          <p:nvPr>
            <p:ph idx="15" type="body"/>
          </p:nvPr>
        </p:nvSpPr>
        <p:spPr>
          <a:xfrm>
            <a:off x="7377777" y="4156758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9"/>
          <p:cNvSpPr/>
          <p:nvPr/>
        </p:nvSpPr>
        <p:spPr>
          <a:xfrm>
            <a:off x="10190018" y="2373190"/>
            <a:ext cx="722376" cy="722376"/>
          </a:xfrm>
          <a:prstGeom prst="ellipse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3" name="Google Shape;183;p29"/>
          <p:cNvSpPr/>
          <p:nvPr>
            <p:ph idx="16" type="pic"/>
          </p:nvPr>
        </p:nvSpPr>
        <p:spPr>
          <a:xfrm>
            <a:off x="10201425" y="2379412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4" name="Google Shape;184;p29"/>
          <p:cNvSpPr txBox="1"/>
          <p:nvPr>
            <p:ph idx="17" type="body"/>
          </p:nvPr>
        </p:nvSpPr>
        <p:spPr>
          <a:xfrm>
            <a:off x="9547629" y="2758440"/>
            <a:ext cx="2011680" cy="2826771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0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29"/>
          <p:cNvSpPr/>
          <p:nvPr/>
        </p:nvSpPr>
        <p:spPr>
          <a:xfrm>
            <a:off x="9547629" y="4064834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29"/>
          <p:cNvSpPr txBox="1"/>
          <p:nvPr>
            <p:ph idx="18" type="body"/>
          </p:nvPr>
        </p:nvSpPr>
        <p:spPr>
          <a:xfrm>
            <a:off x="9593349" y="4156758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758952" y="741458"/>
            <a:ext cx="10671048" cy="14598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2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32"/>
          <p:cNvSpPr/>
          <p:nvPr>
            <p:ph idx="2" type="pic"/>
          </p:nvPr>
        </p:nvSpPr>
        <p:spPr>
          <a:xfrm>
            <a:off x="1911096" y="2407653"/>
            <a:ext cx="932688" cy="932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713232" y="2885439"/>
            <a:ext cx="3328416" cy="3563861"/>
          </a:xfrm>
          <a:prstGeom prst="rect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32"/>
          <p:cNvSpPr txBox="1"/>
          <p:nvPr>
            <p:ph idx="3" type="body"/>
          </p:nvPr>
        </p:nvSpPr>
        <p:spPr>
          <a:xfrm>
            <a:off x="992124" y="4099293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2"/>
          <p:cNvSpPr/>
          <p:nvPr>
            <p:ph idx="4" type="pic"/>
          </p:nvPr>
        </p:nvSpPr>
        <p:spPr>
          <a:xfrm>
            <a:off x="5641848" y="2407653"/>
            <a:ext cx="932688" cy="932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5" name="Google Shape;195;p32"/>
          <p:cNvSpPr txBox="1"/>
          <p:nvPr>
            <p:ph idx="5" type="body"/>
          </p:nvPr>
        </p:nvSpPr>
        <p:spPr>
          <a:xfrm>
            <a:off x="4443984" y="2890519"/>
            <a:ext cx="3328416" cy="3558781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32"/>
          <p:cNvSpPr txBox="1"/>
          <p:nvPr>
            <p:ph idx="6" type="body"/>
          </p:nvPr>
        </p:nvSpPr>
        <p:spPr>
          <a:xfrm>
            <a:off x="4722876" y="4099293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2"/>
          <p:cNvSpPr/>
          <p:nvPr>
            <p:ph idx="7" type="pic"/>
          </p:nvPr>
        </p:nvSpPr>
        <p:spPr>
          <a:xfrm>
            <a:off x="9290304" y="2407653"/>
            <a:ext cx="932688" cy="9326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98" name="Google Shape;198;p32"/>
          <p:cNvSpPr txBox="1"/>
          <p:nvPr>
            <p:ph idx="8" type="body"/>
          </p:nvPr>
        </p:nvSpPr>
        <p:spPr>
          <a:xfrm>
            <a:off x="8092440" y="2891789"/>
            <a:ext cx="3328416" cy="3557511"/>
          </a:xfrm>
          <a:prstGeom prst="rect">
            <a:avLst/>
          </a:prstGeom>
          <a:noFill/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685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2"/>
          <p:cNvSpPr txBox="1"/>
          <p:nvPr>
            <p:ph idx="9" type="body"/>
          </p:nvPr>
        </p:nvSpPr>
        <p:spPr>
          <a:xfrm>
            <a:off x="8371332" y="4099293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2"/>
          <p:cNvSpPr/>
          <p:nvPr/>
        </p:nvSpPr>
        <p:spPr>
          <a:xfrm>
            <a:off x="1911096" y="2409684"/>
            <a:ext cx="932688" cy="932688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5642356" y="2407653"/>
            <a:ext cx="932688" cy="932688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9289796" y="2412733"/>
            <a:ext cx="932688" cy="932688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Title and Char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5" name="Google Shape;205;p34"/>
          <p:cNvSpPr txBox="1"/>
          <p:nvPr>
            <p:ph type="title"/>
          </p:nvPr>
        </p:nvSpPr>
        <p:spPr>
          <a:xfrm>
            <a:off x="760938" y="731520"/>
            <a:ext cx="10665089" cy="13620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4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539496" y="2103120"/>
            <a:ext cx="11119104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/>
          <p:nvPr/>
        </p:nvSpPr>
        <p:spPr>
          <a:xfrm>
            <a:off x="-5568" y="-2784"/>
            <a:ext cx="3443288" cy="6891337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11" name="Google Shape;21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5"/>
          <p:cNvSpPr/>
          <p:nvPr/>
        </p:nvSpPr>
        <p:spPr>
          <a:xfrm>
            <a:off x="1721621" y="-2784"/>
            <a:ext cx="1716115" cy="1720853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3" name="Google Shape;213;p35"/>
          <p:cNvSpPr/>
          <p:nvPr/>
        </p:nvSpPr>
        <p:spPr>
          <a:xfrm>
            <a:off x="-5568" y="3440504"/>
            <a:ext cx="3443288" cy="3448050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>
            <p:ph type="title"/>
          </p:nvPr>
        </p:nvSpPr>
        <p:spPr>
          <a:xfrm>
            <a:off x="3685032" y="755374"/>
            <a:ext cx="7740995" cy="15001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685032" y="2305215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2" type="body"/>
          </p:nvPr>
        </p:nvSpPr>
        <p:spPr>
          <a:xfrm>
            <a:off x="7684539" y="2305215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2" name="Google Shape;222;p36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3" name="Google Shape;223;p36"/>
          <p:cNvSpPr txBox="1"/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p37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9" name="Google Shape;229;p37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3" name="Google Shape;233;p38"/>
          <p:cNvSpPr txBox="1"/>
          <p:nvPr>
            <p:ph type="title"/>
          </p:nvPr>
        </p:nvSpPr>
        <p:spPr>
          <a:xfrm>
            <a:off x="770215" y="741458"/>
            <a:ext cx="3932237" cy="152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770215" y="2301902"/>
            <a:ext cx="3932237" cy="3567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38"/>
          <p:cNvSpPr txBox="1"/>
          <p:nvPr>
            <p:ph idx="2" type="body"/>
          </p:nvPr>
        </p:nvSpPr>
        <p:spPr>
          <a:xfrm>
            <a:off x="5183187" y="741459"/>
            <a:ext cx="6242839" cy="5119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0" name="Google Shape;240;p39"/>
          <p:cNvSpPr txBox="1"/>
          <p:nvPr>
            <p:ph type="title"/>
          </p:nvPr>
        </p:nvSpPr>
        <p:spPr>
          <a:xfrm>
            <a:off x="760938" y="755373"/>
            <a:ext cx="4011087" cy="148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760938" y="2286001"/>
            <a:ext cx="401108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4" name="Google Shape;244;p39"/>
          <p:cNvSpPr/>
          <p:nvPr>
            <p:ph idx="2" type="pic"/>
          </p:nvPr>
        </p:nvSpPr>
        <p:spPr>
          <a:xfrm>
            <a:off x="5262700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idx="11" type="ftr"/>
          </p:nvPr>
        </p:nvSpPr>
        <p:spPr>
          <a:xfrm>
            <a:off x="760938" y="457200"/>
            <a:ext cx="3200400" cy="244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9"/>
          <p:cNvSpPr txBox="1"/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 i="0" sz="44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" type="body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"/>
          <p:cNvSpPr txBox="1"/>
          <p:nvPr>
            <p:ph type="ctrTitle"/>
          </p:nvPr>
        </p:nvSpPr>
        <p:spPr>
          <a:xfrm>
            <a:off x="3403092" y="69574"/>
            <a:ext cx="5385816" cy="3139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KONFLIKTUS- KEZELÉS</a:t>
            </a:r>
            <a:endParaRPr/>
          </a:p>
        </p:txBody>
      </p:sp>
      <p:sp>
        <p:nvSpPr>
          <p:cNvPr id="250" name="Google Shape;250;p1"/>
          <p:cNvSpPr txBox="1"/>
          <p:nvPr>
            <p:ph idx="1" type="subTitle"/>
          </p:nvPr>
        </p:nvSpPr>
        <p:spPr>
          <a:xfrm>
            <a:off x="4349496" y="3255267"/>
            <a:ext cx="3493008" cy="1644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Kabdebó Márk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Pócsik Dénes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Verseghi-Nagy Norbert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"/>
          <p:cNvSpPr txBox="1"/>
          <p:nvPr>
            <p:ph type="title"/>
          </p:nvPr>
        </p:nvSpPr>
        <p:spPr>
          <a:xfrm>
            <a:off x="1499616" y="89452"/>
            <a:ext cx="5693664" cy="25805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256" name="Google Shape;256;p2"/>
          <p:cNvSpPr txBox="1"/>
          <p:nvPr>
            <p:ph idx="1" type="body"/>
          </p:nvPr>
        </p:nvSpPr>
        <p:spPr>
          <a:xfrm>
            <a:off x="1499615" y="2770632"/>
            <a:ext cx="4596385" cy="312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/>
              <a:t>Konfliktusok okai és fajtái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/>
              <a:t>Konfliktusok lefolyása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/>
              <a:t>Konfliktusok kezelése, feloldása</a:t>
            </a:r>
            <a:endParaRPr b="1"/>
          </a:p>
        </p:txBody>
      </p:sp>
      <p:sp>
        <p:nvSpPr>
          <p:cNvPr id="257" name="Google Shape;257;p2"/>
          <p:cNvSpPr txBox="1"/>
          <p:nvPr/>
        </p:nvSpPr>
        <p:spPr>
          <a:xfrm>
            <a:off x="6096001" y="2770632"/>
            <a:ext cx="6096000" cy="3122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Pócsik Dénes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Verseghi-Nagy Norbert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Kabdebó Márk</a:t>
            </a:r>
            <a:endParaRPr b="0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 txBox="1"/>
          <p:nvPr>
            <p:ph type="title"/>
          </p:nvPr>
        </p:nvSpPr>
        <p:spPr>
          <a:xfrm>
            <a:off x="4224338" y="814388"/>
            <a:ext cx="6767512" cy="28114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KONFLIKTUS</a:t>
            </a:r>
            <a:endParaRPr/>
          </a:p>
        </p:txBody>
      </p:sp>
      <p:sp>
        <p:nvSpPr>
          <p:cNvPr id="263" name="Google Shape;263;p3"/>
          <p:cNvSpPr txBox="1"/>
          <p:nvPr>
            <p:ph idx="1" type="body"/>
          </p:nvPr>
        </p:nvSpPr>
        <p:spPr>
          <a:xfrm>
            <a:off x="4224528" y="3723748"/>
            <a:ext cx="6766560" cy="244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</a:pPr>
            <a:r>
              <a:rPr lang="en-US"/>
              <a:t>Két vagy több fél közötti ellentét szülte feszültség.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</a:pPr>
            <a:r>
              <a:rPr b="1" lang="en-US"/>
              <a:t>Destruktív</a:t>
            </a:r>
            <a:r>
              <a:rPr lang="en-US"/>
              <a:t>, ha rontja a produktivitást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</a:pPr>
            <a:r>
              <a:rPr b="1" lang="en-US"/>
              <a:t>Konstruktív</a:t>
            </a:r>
            <a:r>
              <a:rPr lang="en-US"/>
              <a:t>, ha intelligens vita keretek között előremutató eredményt hoz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</a:pPr>
            <a:r>
              <a:rPr lang="en-US"/>
              <a:t>Szintjei szerint:</a:t>
            </a:r>
            <a:endParaRPr/>
          </a:p>
          <a:p>
            <a:pPr indent="-285750" lvl="1" marL="9715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</a:pPr>
            <a:r>
              <a:rPr lang="en-US"/>
              <a:t>Egyének</a:t>
            </a:r>
            <a:endParaRPr/>
          </a:p>
          <a:p>
            <a:pPr indent="-285750" lvl="1" marL="9715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</a:pPr>
            <a:r>
              <a:rPr lang="en-US"/>
              <a:t>Csoportok között</a:t>
            </a:r>
            <a:endParaRPr/>
          </a:p>
        </p:txBody>
      </p:sp>
      <p:sp>
        <p:nvSpPr>
          <p:cNvPr id="264" name="Google Shape;264;p3"/>
          <p:cNvSpPr txBox="1"/>
          <p:nvPr/>
        </p:nvSpPr>
        <p:spPr>
          <a:xfrm>
            <a:off x="10111796" y="140163"/>
            <a:ext cx="19556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Konfliktusok okai és fajtái</a:t>
            </a:r>
            <a:endParaRPr b="0" i="0" sz="12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"/>
          <p:cNvSpPr txBox="1"/>
          <p:nvPr>
            <p:ph type="title"/>
          </p:nvPr>
        </p:nvSpPr>
        <p:spPr>
          <a:xfrm>
            <a:off x="760937" y="755729"/>
            <a:ext cx="10665089" cy="8599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KONFLIKTUSOK FAJTÁI</a:t>
            </a:r>
            <a:endParaRPr/>
          </a:p>
        </p:txBody>
      </p:sp>
      <p:sp>
        <p:nvSpPr>
          <p:cNvPr id="270" name="Google Shape;270;p5"/>
          <p:cNvSpPr txBox="1"/>
          <p:nvPr>
            <p:ph idx="1" type="body"/>
          </p:nvPr>
        </p:nvSpPr>
        <p:spPr>
          <a:xfrm>
            <a:off x="1271016" y="3503343"/>
            <a:ext cx="2029968" cy="5120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/>
              <a:t>INFORMÁCIÓS</a:t>
            </a:r>
            <a:endParaRPr/>
          </a:p>
        </p:txBody>
      </p:sp>
      <p:sp>
        <p:nvSpPr>
          <p:cNvPr id="271" name="Google Shape;271;p5"/>
          <p:cNvSpPr txBox="1"/>
          <p:nvPr>
            <p:ph idx="5" type="body"/>
          </p:nvPr>
        </p:nvSpPr>
        <p:spPr>
          <a:xfrm>
            <a:off x="2523744" y="6102271"/>
            <a:ext cx="2029968" cy="473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 fontScale="9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SZÜKSÉGLETALAPÚ</a:t>
            </a:r>
            <a:endParaRPr/>
          </a:p>
        </p:txBody>
      </p:sp>
      <p:sp>
        <p:nvSpPr>
          <p:cNvPr id="272" name="Google Shape;272;p5"/>
          <p:cNvSpPr txBox="1"/>
          <p:nvPr>
            <p:ph idx="8" type="body"/>
          </p:nvPr>
        </p:nvSpPr>
        <p:spPr>
          <a:xfrm>
            <a:off x="3828288" y="3503343"/>
            <a:ext cx="2029968" cy="512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/>
              <a:t>KAPCSOLATI</a:t>
            </a:r>
            <a:endParaRPr/>
          </a:p>
        </p:txBody>
      </p:sp>
      <p:sp>
        <p:nvSpPr>
          <p:cNvPr id="273" name="Google Shape;273;p5"/>
          <p:cNvSpPr txBox="1"/>
          <p:nvPr>
            <p:ph idx="14" type="body"/>
          </p:nvPr>
        </p:nvSpPr>
        <p:spPr>
          <a:xfrm>
            <a:off x="5081016" y="6102269"/>
            <a:ext cx="2029968" cy="4734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/>
              <a:t>ÉRTÉKALAPÚ</a:t>
            </a:r>
            <a:endParaRPr/>
          </a:p>
        </p:txBody>
      </p:sp>
      <p:sp>
        <p:nvSpPr>
          <p:cNvPr id="274" name="Google Shape;274;p5"/>
          <p:cNvSpPr txBox="1"/>
          <p:nvPr>
            <p:ph idx="17" type="body"/>
          </p:nvPr>
        </p:nvSpPr>
        <p:spPr>
          <a:xfrm>
            <a:off x="6385560" y="3503343"/>
            <a:ext cx="2029968" cy="5120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/>
              <a:t>SZITUATÍV</a:t>
            </a:r>
            <a:endParaRPr/>
          </a:p>
        </p:txBody>
      </p:sp>
      <p:sp>
        <p:nvSpPr>
          <p:cNvPr id="275" name="Google Shape;275;p5"/>
          <p:cNvSpPr txBox="1"/>
          <p:nvPr>
            <p:ph idx="20" type="body"/>
          </p:nvPr>
        </p:nvSpPr>
        <p:spPr>
          <a:xfrm>
            <a:off x="7638288" y="6102271"/>
            <a:ext cx="2029968" cy="473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/>
              <a:t>ÉRDEKALAPÚ</a:t>
            </a:r>
            <a:endParaRPr/>
          </a:p>
        </p:txBody>
      </p:sp>
      <p:sp>
        <p:nvSpPr>
          <p:cNvPr id="276" name="Google Shape;276;p5"/>
          <p:cNvSpPr txBox="1"/>
          <p:nvPr>
            <p:ph idx="23" type="body"/>
          </p:nvPr>
        </p:nvSpPr>
        <p:spPr>
          <a:xfrm>
            <a:off x="8942832" y="3503341"/>
            <a:ext cx="2029968" cy="5120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0" spcFirstLastPara="1" rIns="0" wrap="square" tIns="155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en-US"/>
              <a:t>STRUKTURÁLIS</a:t>
            </a:r>
            <a:endParaRPr/>
          </a:p>
        </p:txBody>
      </p:sp>
      <p:pic>
        <p:nvPicPr>
          <p:cNvPr id="277" name="Google Shape;277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886" l="0" r="0" t="4887"/>
          <a:stretch/>
        </p:blipFill>
        <p:spPr>
          <a:xfrm>
            <a:off x="1271016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pic>
        <p:nvPicPr>
          <p:cNvPr id="278" name="Google Shape;278;p5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4456" l="0" r="0" t="4457"/>
          <a:stretch/>
        </p:blipFill>
        <p:spPr>
          <a:xfrm>
            <a:off x="3828288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pic>
        <p:nvPicPr>
          <p:cNvPr id="279" name="Google Shape;279;p5"/>
          <p:cNvPicPr preferRelativeResize="0"/>
          <p:nvPr>
            <p:ph idx="22" type="pic"/>
          </p:nvPr>
        </p:nvPicPr>
        <p:blipFill rotWithShape="1">
          <a:blip r:embed="rId5">
            <a:alphaModFix/>
          </a:blip>
          <a:srcRect b="4922" l="0" r="0" t="4922"/>
          <a:stretch/>
        </p:blipFill>
        <p:spPr>
          <a:xfrm>
            <a:off x="8942832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pic>
        <p:nvPicPr>
          <p:cNvPr id="280" name="Google Shape;280;p5"/>
          <p:cNvPicPr preferRelativeResize="0"/>
          <p:nvPr>
            <p:ph idx="19" type="pic"/>
          </p:nvPr>
        </p:nvPicPr>
        <p:blipFill rotWithShape="1">
          <a:blip r:embed="rId6">
            <a:alphaModFix/>
          </a:blip>
          <a:srcRect b="4843" l="0" r="0" t="4843"/>
          <a:stretch/>
        </p:blipFill>
        <p:spPr>
          <a:xfrm>
            <a:off x="7639050" y="4273550"/>
            <a:ext cx="2028825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pic>
        <p:nvPicPr>
          <p:cNvPr id="281" name="Google Shape;281;p5"/>
          <p:cNvPicPr preferRelativeResize="0"/>
          <p:nvPr>
            <p:ph idx="4" type="pic"/>
          </p:nvPr>
        </p:nvPicPr>
        <p:blipFill rotWithShape="1">
          <a:blip r:embed="rId7">
            <a:alphaModFix/>
          </a:blip>
          <a:srcRect b="4843" l="0" r="0" t="4843"/>
          <a:stretch/>
        </p:blipFill>
        <p:spPr>
          <a:xfrm>
            <a:off x="2524125" y="4273550"/>
            <a:ext cx="2028825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pic>
        <p:nvPicPr>
          <p:cNvPr id="282" name="Google Shape;282;p5"/>
          <p:cNvPicPr preferRelativeResize="0"/>
          <p:nvPr>
            <p:ph idx="16" type="pic"/>
          </p:nvPr>
        </p:nvPicPr>
        <p:blipFill rotWithShape="1">
          <a:blip r:embed="rId8">
            <a:alphaModFix/>
          </a:blip>
          <a:srcRect b="4570" l="0" r="0" t="4572"/>
          <a:stretch/>
        </p:blipFill>
        <p:spPr>
          <a:xfrm>
            <a:off x="6385560" y="1674543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pic>
        <p:nvPicPr>
          <p:cNvPr id="283" name="Google Shape;283;p5"/>
          <p:cNvPicPr preferRelativeResize="0"/>
          <p:nvPr>
            <p:ph idx="13" type="pic"/>
          </p:nvPr>
        </p:nvPicPr>
        <p:blipFill rotWithShape="1">
          <a:blip r:embed="rId9">
            <a:alphaModFix/>
          </a:blip>
          <a:srcRect b="4714" l="0" r="0" t="4713"/>
          <a:stretch/>
        </p:blipFill>
        <p:spPr>
          <a:xfrm>
            <a:off x="5081588" y="4268788"/>
            <a:ext cx="2028825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pic>
      <p:sp>
        <p:nvSpPr>
          <p:cNvPr id="284" name="Google Shape;284;p5"/>
          <p:cNvSpPr txBox="1"/>
          <p:nvPr/>
        </p:nvSpPr>
        <p:spPr>
          <a:xfrm>
            <a:off x="10111796" y="140163"/>
            <a:ext cx="19556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Konfliktusok okai és fajtái</a:t>
            </a:r>
            <a:endParaRPr b="0" i="0" sz="12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"/>
          <p:cNvSpPr/>
          <p:nvPr/>
        </p:nvSpPr>
        <p:spPr>
          <a:xfrm>
            <a:off x="6146059" y="0"/>
            <a:ext cx="6096000" cy="3754380"/>
          </a:xfrm>
          <a:prstGeom prst="rect">
            <a:avLst/>
          </a:prstGeom>
          <a:gradFill>
            <a:gsLst>
              <a:gs pos="0">
                <a:srgbClr val="FEFBFB">
                  <a:alpha val="0"/>
                </a:srgbClr>
              </a:gs>
              <a:gs pos="52000">
                <a:srgbClr val="FAE7E7">
                  <a:alpha val="24313"/>
                </a:srgbClr>
              </a:gs>
              <a:gs pos="100000">
                <a:srgbClr val="FBEFEF">
                  <a:alpha val="49411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0" y="3103620"/>
            <a:ext cx="6096000" cy="3754380"/>
          </a:xfrm>
          <a:prstGeom prst="rect">
            <a:avLst/>
          </a:prstGeom>
          <a:gradFill>
            <a:gsLst>
              <a:gs pos="0">
                <a:srgbClr val="FEFBFB">
                  <a:alpha val="49411"/>
                </a:srgbClr>
              </a:gs>
              <a:gs pos="52000">
                <a:srgbClr val="FAE7E7">
                  <a:alpha val="49411"/>
                </a:srgbClr>
              </a:gs>
              <a:gs pos="100000">
                <a:srgbClr val="FBEFE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1" name="Google Shape;291;p4"/>
          <p:cNvSpPr txBox="1"/>
          <p:nvPr>
            <p:ph type="title"/>
          </p:nvPr>
        </p:nvSpPr>
        <p:spPr>
          <a:xfrm>
            <a:off x="296617" y="3014758"/>
            <a:ext cx="11598765" cy="8284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KONSZENZUS ≠ KOMPROMISSZUM</a:t>
            </a:r>
            <a:endParaRPr/>
          </a:p>
        </p:txBody>
      </p:sp>
      <p:sp>
        <p:nvSpPr>
          <p:cNvPr id="292" name="Google Shape;292;p4"/>
          <p:cNvSpPr txBox="1"/>
          <p:nvPr/>
        </p:nvSpPr>
        <p:spPr>
          <a:xfrm>
            <a:off x="10111796" y="140163"/>
            <a:ext cx="19556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Konfliktusok ok</a:t>
            </a:r>
            <a:r>
              <a:rPr b="0" i="0" lang="en-US" sz="1200" u="none" cap="none" strike="noStrike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ai és fajtái</a:t>
            </a:r>
            <a:endParaRPr b="0" i="0" sz="1200" u="none" cap="none" strike="noStrike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"/>
          <p:cNvSpPr txBox="1"/>
          <p:nvPr>
            <p:ph type="ctrTitle"/>
          </p:nvPr>
        </p:nvSpPr>
        <p:spPr>
          <a:xfrm>
            <a:off x="1545336" y="2719316"/>
            <a:ext cx="4550664" cy="14193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KÖSZÖNÖM A FIGYELMET 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88eca47beb_2_5"/>
          <p:cNvSpPr txBox="1"/>
          <p:nvPr>
            <p:ph type="title"/>
          </p:nvPr>
        </p:nvSpPr>
        <p:spPr>
          <a:xfrm>
            <a:off x="3325500" y="3126000"/>
            <a:ext cx="77361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</a:pPr>
            <a:r>
              <a:rPr lang="en-US" sz="3400"/>
              <a:t>A KONFLIKTUSOK LEFOLYÁSA</a:t>
            </a:r>
            <a:endParaRPr sz="3400"/>
          </a:p>
        </p:txBody>
      </p:sp>
      <p:sp>
        <p:nvSpPr>
          <p:cNvPr id="303" name="Google Shape;303;g288eca47beb_2_5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88eca47beb_2_31"/>
          <p:cNvSpPr txBox="1"/>
          <p:nvPr>
            <p:ph type="title"/>
          </p:nvPr>
        </p:nvSpPr>
        <p:spPr>
          <a:xfrm>
            <a:off x="760500" y="457199"/>
            <a:ext cx="106710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t/>
            </a:r>
            <a:endParaRPr sz="3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3700"/>
              <a:t>A lefolyás függ:</a:t>
            </a:r>
            <a:endParaRPr sz="3700"/>
          </a:p>
        </p:txBody>
      </p:sp>
      <p:sp>
        <p:nvSpPr>
          <p:cNvPr id="309" name="Google Shape;309;g288eca47beb_2_31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g288eca47beb_2_31"/>
          <p:cNvSpPr txBox="1"/>
          <p:nvPr>
            <p:ph idx="1" type="body"/>
          </p:nvPr>
        </p:nvSpPr>
        <p:spPr>
          <a:xfrm>
            <a:off x="548475" y="3478500"/>
            <a:ext cx="3335400" cy="277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2300"/>
              <a:t>Résztvevők</a:t>
            </a:r>
            <a:endParaRPr sz="2300"/>
          </a:p>
        </p:txBody>
      </p:sp>
      <p:sp>
        <p:nvSpPr>
          <p:cNvPr id="311" name="Google Shape;311;g288eca47beb_2_31"/>
          <p:cNvSpPr txBox="1"/>
          <p:nvPr>
            <p:ph idx="5" type="body"/>
          </p:nvPr>
        </p:nvSpPr>
        <p:spPr>
          <a:xfrm>
            <a:off x="4428300" y="3478375"/>
            <a:ext cx="3335400" cy="277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2300"/>
              <a:t>Helyzet</a:t>
            </a:r>
            <a:endParaRPr sz="2300"/>
          </a:p>
        </p:txBody>
      </p:sp>
      <p:sp>
        <p:nvSpPr>
          <p:cNvPr id="312" name="Google Shape;312;g288eca47beb_2_31"/>
          <p:cNvSpPr txBox="1"/>
          <p:nvPr>
            <p:ph idx="8" type="body"/>
          </p:nvPr>
        </p:nvSpPr>
        <p:spPr>
          <a:xfrm>
            <a:off x="8308125" y="3478375"/>
            <a:ext cx="3335400" cy="277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0" wrap="square" tIns="2743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2300"/>
              <a:t>Tét</a:t>
            </a:r>
            <a:endParaRPr sz="2300"/>
          </a:p>
        </p:txBody>
      </p:sp>
      <p:sp>
        <p:nvSpPr>
          <p:cNvPr id="313" name="Google Shape;313;g288eca47beb_2_31"/>
          <p:cNvSpPr txBox="1"/>
          <p:nvPr/>
        </p:nvSpPr>
        <p:spPr>
          <a:xfrm>
            <a:off x="760500" y="4294925"/>
            <a:ext cx="2956800" cy="156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B Garamond"/>
              <a:buChar char="●"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1+</a:t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B Garamond"/>
              <a:buChar char="●"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nekem van igazam</a:t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4" name="Google Shape;314;g288eca47beb_2_31"/>
          <p:cNvSpPr txBox="1"/>
          <p:nvPr/>
        </p:nvSpPr>
        <p:spPr>
          <a:xfrm>
            <a:off x="4585950" y="4186625"/>
            <a:ext cx="3020100" cy="178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B Garamond"/>
              <a:buChar char="●"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függés</a:t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B Garamond"/>
              <a:buChar char="●"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interakció</a:t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5" name="Google Shape;315;g288eca47beb_2_31"/>
          <p:cNvSpPr txBox="1"/>
          <p:nvPr/>
        </p:nvSpPr>
        <p:spPr>
          <a:xfrm>
            <a:off x="8474700" y="4259675"/>
            <a:ext cx="3020100" cy="16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B Garamond"/>
              <a:buChar char="●"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személyes megélés</a:t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EB Garamond"/>
              <a:buChar char="●"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szocializáció</a:t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6" name="Google Shape;316;g288eca47beb_2_31"/>
          <p:cNvSpPr txBox="1"/>
          <p:nvPr/>
        </p:nvSpPr>
        <p:spPr>
          <a:xfrm>
            <a:off x="4794225" y="1976175"/>
            <a:ext cx="3054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A konfliktus elemei</a:t>
            </a:r>
            <a:endParaRPr b="1" i="0" sz="23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17" name="Google Shape;317;g288eca47beb_2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582439" y="-470575"/>
            <a:ext cx="86497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88eca47beb_2_97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3" name="Google Shape;323;g288eca47beb_2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100" y="831075"/>
            <a:ext cx="10075517" cy="61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288eca47beb_2_97"/>
          <p:cNvSpPr txBox="1"/>
          <p:nvPr/>
        </p:nvSpPr>
        <p:spPr>
          <a:xfrm>
            <a:off x="1211100" y="134100"/>
            <a:ext cx="8099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Thomas-Killmann: konfliktuskezelési stratégiák</a:t>
            </a:r>
            <a:endParaRPr b="1" i="0" sz="25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88eca47beb_2_135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g288eca47beb_2_135"/>
          <p:cNvSpPr txBox="1"/>
          <p:nvPr/>
        </p:nvSpPr>
        <p:spPr>
          <a:xfrm>
            <a:off x="815050" y="349300"/>
            <a:ext cx="10522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EB Garamond"/>
              <a:buChar char="●"/>
            </a:pPr>
            <a:r>
              <a:rPr b="1" i="0" lang="en-US" sz="31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mindenki más típus</a:t>
            </a:r>
            <a:endParaRPr b="1" i="0" sz="31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425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EB Garamond"/>
              <a:buChar char="●"/>
            </a:pPr>
            <a:r>
              <a:rPr b="1" i="0" lang="en-US" sz="31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típus alapján </a:t>
            </a:r>
            <a:r>
              <a:rPr b="1" i="0" lang="en-US" sz="31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más viselkedés</a:t>
            </a:r>
            <a:r>
              <a:rPr b="1" i="0" lang="en-US" sz="31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 a konfliktusban:</a:t>
            </a:r>
            <a:endParaRPr b="1" i="0" sz="31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i="0" sz="31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Versengő: önérvényesítő, nem együttműködő = </a:t>
            </a:r>
            <a:r>
              <a:rPr b="1" i="0" lang="en-US" sz="29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legyőzni akar</a:t>
            </a:r>
            <a:endParaRPr b="1" i="0" sz="2900" u="none" cap="none" strike="noStrike">
              <a:solidFill>
                <a:srgbClr val="6AA84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Alkalmazkodó: csak alkalmazkodik, </a:t>
            </a:r>
            <a:r>
              <a:rPr b="1" i="0" lang="en-US" sz="29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behódol</a:t>
            </a:r>
            <a:endParaRPr b="1" i="0" sz="2900" u="none" cap="none" strike="noStrike">
              <a:solidFill>
                <a:srgbClr val="6AA84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Elkerülő: </a:t>
            </a:r>
            <a:r>
              <a:rPr b="1" i="0" lang="en-US" sz="29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kilép</a:t>
            </a:r>
            <a:r>
              <a:rPr b="1" i="0" lang="en-US" sz="2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, senki nem győz</a:t>
            </a:r>
            <a:endParaRPr b="1" i="0" sz="29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Problémamegoldó: közös megegyezés</a:t>
            </a:r>
            <a:r>
              <a:rPr b="1" i="0" lang="en-US" sz="33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, </a:t>
            </a:r>
            <a:r>
              <a:rPr b="1" i="0" lang="en-US" sz="29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mindenki nyer</a:t>
            </a:r>
            <a:endParaRPr b="1" i="0" sz="2900" u="none" cap="none" strike="noStrike">
              <a:solidFill>
                <a:srgbClr val="6AA84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Kompromisszumkereső: együttműködést, igazságosságot, </a:t>
            </a:r>
            <a:r>
              <a:rPr b="1" i="0" lang="en-US" sz="29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egyenlőséget akar</a:t>
            </a:r>
            <a:endParaRPr b="1" i="0" sz="2900" u="none" cap="none" strike="noStrike">
              <a:solidFill>
                <a:srgbClr val="6AA84F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88eca47beb_2_142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g288eca47beb_2_142"/>
          <p:cNvSpPr txBox="1"/>
          <p:nvPr/>
        </p:nvSpPr>
        <p:spPr>
          <a:xfrm>
            <a:off x="4381500" y="462000"/>
            <a:ext cx="7401000" cy="59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Konfliktusok folyamata:</a:t>
            </a:r>
            <a:endParaRPr b="1" i="0" sz="30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EB Garamond"/>
              <a:buAutoNum type="arabicPeriod"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Megelőző helyzet: </a:t>
            </a:r>
            <a:r>
              <a:rPr b="1" i="0" lang="en-US" sz="28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látens konfliktus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 = vélt támadás</a:t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EB Garamond"/>
              <a:buAutoNum type="arabicPeriod"/>
            </a:pPr>
            <a:r>
              <a:rPr b="1" i="0" lang="en-US" sz="28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Észlelés, átélés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: vitatkozás,  ellenségek, szilárd vélemény</a:t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EB Garamond"/>
              <a:buAutoNum type="arabicPeriod"/>
            </a:pPr>
            <a:r>
              <a:rPr b="1" i="0" lang="en-US" sz="28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Stratégia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: típus szerinti viselkedés</a:t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EB Garamond"/>
              <a:buAutoNum type="arabicPeriod"/>
            </a:pPr>
            <a:r>
              <a:rPr b="1" i="0" lang="en-US" sz="28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Tényleges viselkedés</a:t>
            </a:r>
            <a:r>
              <a:rPr b="1" i="0" lang="en-US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: “meccs, végjáték”</a:t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EB Garamond"/>
              <a:buAutoNum type="arabicPeriod"/>
            </a:pPr>
            <a:r>
              <a:rPr b="1" i="0" lang="en-US" sz="2800" u="none" cap="none" strike="noStrike">
                <a:solidFill>
                  <a:srgbClr val="6AA84F"/>
                </a:solidFill>
                <a:latin typeface="EB Garamond"/>
                <a:ea typeface="EB Garamond"/>
                <a:cs typeface="EB Garamond"/>
                <a:sym typeface="EB Garamond"/>
              </a:rPr>
              <a:t>Következmények </a:t>
            </a:r>
            <a:endParaRPr b="1" i="0" sz="2800" u="none" cap="none" strike="noStrike">
              <a:solidFill>
                <a:srgbClr val="6AA84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"/>
          <p:cNvSpPr txBox="1"/>
          <p:nvPr>
            <p:ph type="ctrTitle"/>
          </p:nvPr>
        </p:nvSpPr>
        <p:spPr>
          <a:xfrm>
            <a:off x="1545336" y="2719316"/>
            <a:ext cx="4550664" cy="14193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KÖSZÖNÖM A FIGYELMET 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 txBox="1"/>
          <p:nvPr>
            <p:ph type="title"/>
          </p:nvPr>
        </p:nvSpPr>
        <p:spPr>
          <a:xfrm>
            <a:off x="4441121" y="1344404"/>
            <a:ext cx="6984906" cy="25604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 Black"/>
              <a:buNone/>
            </a:pPr>
            <a:r>
              <a:rPr lang="en-US"/>
              <a:t>Konfliktusok kezelése, feloldása</a:t>
            </a:r>
            <a:endParaRPr/>
          </a:p>
        </p:txBody>
      </p:sp>
      <p:sp>
        <p:nvSpPr>
          <p:cNvPr id="347" name="Google Shape;347;p12"/>
          <p:cNvSpPr txBox="1"/>
          <p:nvPr>
            <p:ph idx="12" type="sldNum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88eca47beb_4_92"/>
          <p:cNvSpPr txBox="1"/>
          <p:nvPr>
            <p:ph type="title"/>
          </p:nvPr>
        </p:nvSpPr>
        <p:spPr>
          <a:xfrm>
            <a:off x="758950" y="731523"/>
            <a:ext cx="10671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Célkitűzés</a:t>
            </a:r>
            <a:endParaRPr/>
          </a:p>
        </p:txBody>
      </p:sp>
      <p:sp>
        <p:nvSpPr>
          <p:cNvPr id="353" name="Google Shape;353;g288eca47beb_4_92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g288eca47beb_4_92"/>
          <p:cNvSpPr txBox="1"/>
          <p:nvPr>
            <p:ph idx="1" type="body"/>
          </p:nvPr>
        </p:nvSpPr>
        <p:spPr>
          <a:xfrm>
            <a:off x="668101" y="3874045"/>
            <a:ext cx="1993500" cy="5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300"/>
              <a:t>Gyorsan meg akarom oldani a problémát</a:t>
            </a:r>
            <a:endParaRPr sz="1300"/>
          </a:p>
        </p:txBody>
      </p:sp>
      <p:sp>
        <p:nvSpPr>
          <p:cNvPr id="355" name="Google Shape;355;g288eca47beb_4_92"/>
          <p:cNvSpPr txBox="1"/>
          <p:nvPr>
            <p:ph idx="2" type="body"/>
          </p:nvPr>
        </p:nvSpPr>
        <p:spPr>
          <a:xfrm>
            <a:off x="2883674" y="3874045"/>
            <a:ext cx="1993500" cy="55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500"/>
              <a:t>Nem akarok ezzel foglalkozni</a:t>
            </a:r>
            <a:endParaRPr sz="1500"/>
          </a:p>
        </p:txBody>
      </p:sp>
      <p:sp>
        <p:nvSpPr>
          <p:cNvPr id="356" name="Google Shape;356;g288eca47beb_4_92"/>
          <p:cNvSpPr txBox="1"/>
          <p:nvPr>
            <p:ph idx="3" type="body"/>
          </p:nvPr>
        </p:nvSpPr>
        <p:spPr>
          <a:xfrm>
            <a:off x="5099247" y="3874045"/>
            <a:ext cx="1993500" cy="5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/>
              <a:t>Meg akarom nyerni a vitát</a:t>
            </a:r>
            <a:endParaRPr/>
          </a:p>
        </p:txBody>
      </p:sp>
      <p:sp>
        <p:nvSpPr>
          <p:cNvPr id="357" name="Google Shape;357;g288eca47beb_4_92"/>
          <p:cNvSpPr txBox="1"/>
          <p:nvPr>
            <p:ph idx="4" type="body"/>
          </p:nvPr>
        </p:nvSpPr>
        <p:spPr>
          <a:xfrm>
            <a:off x="7314820" y="3874045"/>
            <a:ext cx="1993500" cy="55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200"/>
              <a:t>Azt akarom, hogy a döntés mindenkinek megfeleljen</a:t>
            </a:r>
            <a:endParaRPr sz="1200"/>
          </a:p>
        </p:txBody>
      </p:sp>
      <p:sp>
        <p:nvSpPr>
          <p:cNvPr id="358" name="Google Shape;358;g288eca47beb_4_92"/>
          <p:cNvSpPr txBox="1"/>
          <p:nvPr>
            <p:ph idx="5" type="body"/>
          </p:nvPr>
        </p:nvSpPr>
        <p:spPr>
          <a:xfrm>
            <a:off x="9530392" y="3874045"/>
            <a:ext cx="1993500" cy="5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200"/>
              <a:t>Azt akarom, hogy a végén nekem legyen igazam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88eca47beb_3_0"/>
          <p:cNvSpPr txBox="1"/>
          <p:nvPr>
            <p:ph type="title"/>
          </p:nvPr>
        </p:nvSpPr>
        <p:spPr>
          <a:xfrm>
            <a:off x="3986784" y="701702"/>
            <a:ext cx="7439100" cy="1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Mitől függ a kezelési módszer?</a:t>
            </a:r>
            <a:endParaRPr/>
          </a:p>
        </p:txBody>
      </p:sp>
      <p:sp>
        <p:nvSpPr>
          <p:cNvPr id="364" name="Google Shape;364;g288eca47beb_3_0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g288eca47beb_3_0"/>
          <p:cNvSpPr txBox="1"/>
          <p:nvPr>
            <p:ph idx="1" type="body"/>
          </p:nvPr>
        </p:nvSpPr>
        <p:spPr>
          <a:xfrm>
            <a:off x="3986775" y="2071352"/>
            <a:ext cx="3813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Konfliktus fajta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Felek által alkalmazott stratégia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88eca47beb_4_24"/>
          <p:cNvSpPr txBox="1"/>
          <p:nvPr>
            <p:ph idx="11" type="ftr"/>
          </p:nvPr>
        </p:nvSpPr>
        <p:spPr>
          <a:xfrm>
            <a:off x="760938" y="457200"/>
            <a:ext cx="3200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Konfliktuskezelés</a:t>
            </a:r>
            <a:endParaRPr/>
          </a:p>
        </p:txBody>
      </p:sp>
      <p:sp>
        <p:nvSpPr>
          <p:cNvPr id="371" name="Google Shape;371;g288eca47beb_4_24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2" name="Google Shape;372;g288eca47beb_4_24"/>
          <p:cNvCxnSpPr/>
          <p:nvPr/>
        </p:nvCxnSpPr>
        <p:spPr>
          <a:xfrm rot="10800000">
            <a:off x="2048725" y="1639950"/>
            <a:ext cx="0" cy="357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g288eca47beb_4_24"/>
          <p:cNvCxnSpPr/>
          <p:nvPr/>
        </p:nvCxnSpPr>
        <p:spPr>
          <a:xfrm>
            <a:off x="2048725" y="5218050"/>
            <a:ext cx="597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4" name="Google Shape;374;g288eca47beb_4_24"/>
          <p:cNvSpPr txBox="1"/>
          <p:nvPr>
            <p:ph type="title"/>
          </p:nvPr>
        </p:nvSpPr>
        <p:spPr>
          <a:xfrm>
            <a:off x="760950" y="824775"/>
            <a:ext cx="6527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Tárgyalás</a:t>
            </a:r>
            <a:endParaRPr/>
          </a:p>
        </p:txBody>
      </p:sp>
      <p:sp>
        <p:nvSpPr>
          <p:cNvPr id="375" name="Google Shape;375;g288eca47beb_4_24"/>
          <p:cNvSpPr txBox="1"/>
          <p:nvPr>
            <p:ph idx="1" type="body"/>
          </p:nvPr>
        </p:nvSpPr>
        <p:spPr>
          <a:xfrm rot="-5400000">
            <a:off x="661475" y="31285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Önérvényesítés</a:t>
            </a:r>
            <a:endParaRPr sz="2848"/>
          </a:p>
        </p:txBody>
      </p:sp>
      <p:sp>
        <p:nvSpPr>
          <p:cNvPr id="376" name="Google Shape;376;g288eca47beb_4_24"/>
          <p:cNvSpPr txBox="1"/>
          <p:nvPr>
            <p:ph idx="1" type="body"/>
          </p:nvPr>
        </p:nvSpPr>
        <p:spPr>
          <a:xfrm>
            <a:off x="3673225" y="52180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Együttműködés</a:t>
            </a:r>
            <a:endParaRPr sz="2848"/>
          </a:p>
        </p:txBody>
      </p:sp>
      <p:sp>
        <p:nvSpPr>
          <p:cNvPr id="377" name="Google Shape;377;g288eca47beb_4_24"/>
          <p:cNvSpPr/>
          <p:nvPr/>
        </p:nvSpPr>
        <p:spPr>
          <a:xfrm>
            <a:off x="6550225" y="1779450"/>
            <a:ext cx="1471500" cy="3299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8" name="Google Shape;378;g288eca47beb_4_24"/>
          <p:cNvSpPr txBox="1"/>
          <p:nvPr>
            <p:ph idx="1" type="body"/>
          </p:nvPr>
        </p:nvSpPr>
        <p:spPr>
          <a:xfrm>
            <a:off x="6468100" y="3270275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 sz="1351"/>
              <a:t>Mit együnk vacsorára?</a:t>
            </a:r>
            <a:endParaRPr sz="1351"/>
          </a:p>
        </p:txBody>
      </p:sp>
      <p:sp>
        <p:nvSpPr>
          <p:cNvPr id="379" name="Google Shape;379;g288eca47beb_4_24"/>
          <p:cNvSpPr/>
          <p:nvPr/>
        </p:nvSpPr>
        <p:spPr>
          <a:xfrm>
            <a:off x="7776450" y="3356850"/>
            <a:ext cx="144300" cy="144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88eca47beb_4_40"/>
          <p:cNvSpPr txBox="1"/>
          <p:nvPr>
            <p:ph idx="11" type="ftr"/>
          </p:nvPr>
        </p:nvSpPr>
        <p:spPr>
          <a:xfrm>
            <a:off x="760938" y="457200"/>
            <a:ext cx="3200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Konfliktuskezelés</a:t>
            </a:r>
            <a:endParaRPr/>
          </a:p>
        </p:txBody>
      </p:sp>
      <p:sp>
        <p:nvSpPr>
          <p:cNvPr id="385" name="Google Shape;385;g288eca47beb_4_40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6" name="Google Shape;386;g288eca47beb_4_40"/>
          <p:cNvCxnSpPr/>
          <p:nvPr/>
        </p:nvCxnSpPr>
        <p:spPr>
          <a:xfrm rot="10800000">
            <a:off x="2048725" y="1639950"/>
            <a:ext cx="0" cy="357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7" name="Google Shape;387;g288eca47beb_4_40"/>
          <p:cNvCxnSpPr/>
          <p:nvPr/>
        </p:nvCxnSpPr>
        <p:spPr>
          <a:xfrm>
            <a:off x="2048725" y="5218050"/>
            <a:ext cx="597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g288eca47beb_4_40"/>
          <p:cNvSpPr txBox="1"/>
          <p:nvPr>
            <p:ph type="title"/>
          </p:nvPr>
        </p:nvSpPr>
        <p:spPr>
          <a:xfrm>
            <a:off x="760950" y="824775"/>
            <a:ext cx="6527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Mediáció</a:t>
            </a:r>
            <a:endParaRPr/>
          </a:p>
        </p:txBody>
      </p:sp>
      <p:sp>
        <p:nvSpPr>
          <p:cNvPr id="389" name="Google Shape;389;g288eca47beb_4_40"/>
          <p:cNvSpPr txBox="1"/>
          <p:nvPr>
            <p:ph idx="1" type="body"/>
          </p:nvPr>
        </p:nvSpPr>
        <p:spPr>
          <a:xfrm rot="-5400000">
            <a:off x="661475" y="31285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Önérvényesítés</a:t>
            </a:r>
            <a:endParaRPr sz="2848"/>
          </a:p>
        </p:txBody>
      </p:sp>
      <p:sp>
        <p:nvSpPr>
          <p:cNvPr id="390" name="Google Shape;390;g288eca47beb_4_40"/>
          <p:cNvSpPr txBox="1"/>
          <p:nvPr>
            <p:ph idx="1" type="body"/>
          </p:nvPr>
        </p:nvSpPr>
        <p:spPr>
          <a:xfrm>
            <a:off x="3673225" y="52180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Együttműködés</a:t>
            </a:r>
            <a:endParaRPr sz="2848"/>
          </a:p>
        </p:txBody>
      </p:sp>
      <p:sp>
        <p:nvSpPr>
          <p:cNvPr id="391" name="Google Shape;391;g288eca47beb_4_40"/>
          <p:cNvSpPr/>
          <p:nvPr/>
        </p:nvSpPr>
        <p:spPr>
          <a:xfrm>
            <a:off x="5068950" y="1779450"/>
            <a:ext cx="2952900" cy="1655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92" name="Google Shape;392;g288eca47beb_4_40"/>
          <p:cNvSpPr txBox="1"/>
          <p:nvPr>
            <p:ph idx="1" type="body"/>
          </p:nvPr>
        </p:nvSpPr>
        <p:spPr>
          <a:xfrm>
            <a:off x="5162850" y="201760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Irányított vita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t/>
            </a:r>
            <a:endParaRPr sz="1351"/>
          </a:p>
        </p:txBody>
      </p:sp>
      <p:sp>
        <p:nvSpPr>
          <p:cNvPr id="393" name="Google Shape;393;g288eca47beb_4_40"/>
          <p:cNvSpPr/>
          <p:nvPr/>
        </p:nvSpPr>
        <p:spPr>
          <a:xfrm>
            <a:off x="5482425" y="2328150"/>
            <a:ext cx="144300" cy="144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88eca47beb_4_53"/>
          <p:cNvSpPr txBox="1"/>
          <p:nvPr>
            <p:ph idx="11" type="ftr"/>
          </p:nvPr>
        </p:nvSpPr>
        <p:spPr>
          <a:xfrm>
            <a:off x="760938" y="457200"/>
            <a:ext cx="3200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Konfliktuskezelés</a:t>
            </a:r>
            <a:endParaRPr/>
          </a:p>
        </p:txBody>
      </p:sp>
      <p:sp>
        <p:nvSpPr>
          <p:cNvPr id="399" name="Google Shape;399;g288eca47beb_4_53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0" name="Google Shape;400;g288eca47beb_4_53"/>
          <p:cNvCxnSpPr/>
          <p:nvPr/>
        </p:nvCxnSpPr>
        <p:spPr>
          <a:xfrm rot="10800000">
            <a:off x="2048725" y="1639950"/>
            <a:ext cx="0" cy="357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g288eca47beb_4_53"/>
          <p:cNvCxnSpPr/>
          <p:nvPr/>
        </p:nvCxnSpPr>
        <p:spPr>
          <a:xfrm>
            <a:off x="2048725" y="5218050"/>
            <a:ext cx="597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g288eca47beb_4_53"/>
          <p:cNvSpPr txBox="1"/>
          <p:nvPr>
            <p:ph type="title"/>
          </p:nvPr>
        </p:nvSpPr>
        <p:spPr>
          <a:xfrm>
            <a:off x="760950" y="824775"/>
            <a:ext cx="6527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Arbitráció</a:t>
            </a:r>
            <a:endParaRPr/>
          </a:p>
        </p:txBody>
      </p:sp>
      <p:sp>
        <p:nvSpPr>
          <p:cNvPr id="403" name="Google Shape;403;g288eca47beb_4_53"/>
          <p:cNvSpPr txBox="1"/>
          <p:nvPr>
            <p:ph idx="1" type="body"/>
          </p:nvPr>
        </p:nvSpPr>
        <p:spPr>
          <a:xfrm rot="-5400000">
            <a:off x="661475" y="31285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Önérvényesítés</a:t>
            </a:r>
            <a:endParaRPr sz="2848"/>
          </a:p>
        </p:txBody>
      </p:sp>
      <p:sp>
        <p:nvSpPr>
          <p:cNvPr id="404" name="Google Shape;404;g288eca47beb_4_53"/>
          <p:cNvSpPr txBox="1"/>
          <p:nvPr>
            <p:ph idx="1" type="body"/>
          </p:nvPr>
        </p:nvSpPr>
        <p:spPr>
          <a:xfrm>
            <a:off x="3673225" y="52180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Együttműködés</a:t>
            </a:r>
            <a:endParaRPr sz="2848"/>
          </a:p>
        </p:txBody>
      </p:sp>
      <p:sp>
        <p:nvSpPr>
          <p:cNvPr id="405" name="Google Shape;405;g288eca47beb_4_53"/>
          <p:cNvSpPr/>
          <p:nvPr/>
        </p:nvSpPr>
        <p:spPr>
          <a:xfrm>
            <a:off x="2514600" y="1789075"/>
            <a:ext cx="3587700" cy="1601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06" name="Google Shape;406;g288eca47beb_4_53"/>
          <p:cNvSpPr txBox="1"/>
          <p:nvPr>
            <p:ph idx="1" type="body"/>
          </p:nvPr>
        </p:nvSpPr>
        <p:spPr>
          <a:xfrm>
            <a:off x="3252500" y="1789075"/>
            <a:ext cx="32004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Ki kezdte a verekedést a játszótéren?</a:t>
            </a:r>
            <a:endParaRPr/>
          </a:p>
        </p:txBody>
      </p:sp>
      <p:sp>
        <p:nvSpPr>
          <p:cNvPr id="407" name="Google Shape;407;g288eca47beb_4_53"/>
          <p:cNvSpPr/>
          <p:nvPr/>
        </p:nvSpPr>
        <p:spPr>
          <a:xfrm>
            <a:off x="3472275" y="1895325"/>
            <a:ext cx="144300" cy="144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8eca47beb_4_66"/>
          <p:cNvSpPr txBox="1"/>
          <p:nvPr>
            <p:ph idx="11" type="ftr"/>
          </p:nvPr>
        </p:nvSpPr>
        <p:spPr>
          <a:xfrm>
            <a:off x="760938" y="457200"/>
            <a:ext cx="3200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Konfliktuskezelés</a:t>
            </a:r>
            <a:endParaRPr/>
          </a:p>
        </p:txBody>
      </p:sp>
      <p:sp>
        <p:nvSpPr>
          <p:cNvPr id="413" name="Google Shape;413;g288eca47beb_4_66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4" name="Google Shape;414;g288eca47beb_4_66"/>
          <p:cNvCxnSpPr/>
          <p:nvPr/>
        </p:nvCxnSpPr>
        <p:spPr>
          <a:xfrm rot="10800000">
            <a:off x="2048725" y="1639950"/>
            <a:ext cx="0" cy="357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5" name="Google Shape;415;g288eca47beb_4_66"/>
          <p:cNvCxnSpPr/>
          <p:nvPr/>
        </p:nvCxnSpPr>
        <p:spPr>
          <a:xfrm>
            <a:off x="2048725" y="5218050"/>
            <a:ext cx="597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6" name="Google Shape;416;g288eca47beb_4_66"/>
          <p:cNvSpPr txBox="1"/>
          <p:nvPr>
            <p:ph type="title"/>
          </p:nvPr>
        </p:nvSpPr>
        <p:spPr>
          <a:xfrm>
            <a:off x="760950" y="824775"/>
            <a:ext cx="6527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Facilitáció</a:t>
            </a:r>
            <a:endParaRPr/>
          </a:p>
        </p:txBody>
      </p:sp>
      <p:sp>
        <p:nvSpPr>
          <p:cNvPr id="417" name="Google Shape;417;g288eca47beb_4_66"/>
          <p:cNvSpPr txBox="1"/>
          <p:nvPr>
            <p:ph idx="1" type="body"/>
          </p:nvPr>
        </p:nvSpPr>
        <p:spPr>
          <a:xfrm rot="-5400000">
            <a:off x="661475" y="31285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Önérvényesítés</a:t>
            </a:r>
            <a:endParaRPr sz="2848"/>
          </a:p>
        </p:txBody>
      </p:sp>
      <p:sp>
        <p:nvSpPr>
          <p:cNvPr id="418" name="Google Shape;418;g288eca47beb_4_66"/>
          <p:cNvSpPr txBox="1"/>
          <p:nvPr>
            <p:ph idx="1" type="body"/>
          </p:nvPr>
        </p:nvSpPr>
        <p:spPr>
          <a:xfrm>
            <a:off x="3673225" y="52180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Együttműködés</a:t>
            </a:r>
            <a:endParaRPr sz="2848"/>
          </a:p>
        </p:txBody>
      </p:sp>
      <p:sp>
        <p:nvSpPr>
          <p:cNvPr id="419" name="Google Shape;419;g288eca47beb_4_66"/>
          <p:cNvSpPr/>
          <p:nvPr/>
        </p:nvSpPr>
        <p:spPr>
          <a:xfrm>
            <a:off x="3808925" y="1779450"/>
            <a:ext cx="4212900" cy="18330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20" name="Google Shape;420;g288eca47beb_4_66"/>
          <p:cNvSpPr txBox="1"/>
          <p:nvPr>
            <p:ph idx="1" type="body"/>
          </p:nvPr>
        </p:nvSpPr>
        <p:spPr>
          <a:xfrm>
            <a:off x="3808925" y="2433600"/>
            <a:ext cx="4371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Nézeteltérés közös nyelvet nem beszélő felek között.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t/>
            </a:r>
            <a:endParaRPr sz="1351"/>
          </a:p>
        </p:txBody>
      </p:sp>
      <p:sp>
        <p:nvSpPr>
          <p:cNvPr id="421" name="Google Shape;421;g288eca47beb_4_66"/>
          <p:cNvSpPr/>
          <p:nvPr/>
        </p:nvSpPr>
        <p:spPr>
          <a:xfrm>
            <a:off x="6094950" y="2256000"/>
            <a:ext cx="144300" cy="144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88eca47beb_4_79"/>
          <p:cNvSpPr txBox="1"/>
          <p:nvPr>
            <p:ph idx="11" type="ftr"/>
          </p:nvPr>
        </p:nvSpPr>
        <p:spPr>
          <a:xfrm>
            <a:off x="760938" y="457200"/>
            <a:ext cx="3200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Konfliktuskezelés</a:t>
            </a:r>
            <a:endParaRPr/>
          </a:p>
        </p:txBody>
      </p:sp>
      <p:sp>
        <p:nvSpPr>
          <p:cNvPr id="427" name="Google Shape;427;g288eca47beb_4_79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8" name="Google Shape;428;g288eca47beb_4_79"/>
          <p:cNvCxnSpPr/>
          <p:nvPr/>
        </p:nvCxnSpPr>
        <p:spPr>
          <a:xfrm rot="10800000">
            <a:off x="2048725" y="1639950"/>
            <a:ext cx="0" cy="357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9" name="Google Shape;429;g288eca47beb_4_79"/>
          <p:cNvCxnSpPr/>
          <p:nvPr/>
        </p:nvCxnSpPr>
        <p:spPr>
          <a:xfrm>
            <a:off x="2048725" y="5218050"/>
            <a:ext cx="5973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g288eca47beb_4_79"/>
          <p:cNvSpPr txBox="1"/>
          <p:nvPr>
            <p:ph type="title"/>
          </p:nvPr>
        </p:nvSpPr>
        <p:spPr>
          <a:xfrm>
            <a:off x="760950" y="824775"/>
            <a:ext cx="6527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Pereskedés</a:t>
            </a:r>
            <a:endParaRPr/>
          </a:p>
        </p:txBody>
      </p:sp>
      <p:sp>
        <p:nvSpPr>
          <p:cNvPr id="431" name="Google Shape;431;g288eca47beb_4_79"/>
          <p:cNvSpPr txBox="1"/>
          <p:nvPr>
            <p:ph idx="1" type="body"/>
          </p:nvPr>
        </p:nvSpPr>
        <p:spPr>
          <a:xfrm rot="-5400000">
            <a:off x="661475" y="31285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Önérvényesítés</a:t>
            </a:r>
            <a:endParaRPr sz="2848"/>
          </a:p>
        </p:txBody>
      </p:sp>
      <p:sp>
        <p:nvSpPr>
          <p:cNvPr id="432" name="Google Shape;432;g288eca47beb_4_79"/>
          <p:cNvSpPr txBox="1"/>
          <p:nvPr>
            <p:ph idx="1" type="body"/>
          </p:nvPr>
        </p:nvSpPr>
        <p:spPr>
          <a:xfrm>
            <a:off x="3673225" y="5218050"/>
            <a:ext cx="2125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ct val="52656"/>
              <a:buNone/>
            </a:pPr>
            <a:r>
              <a:rPr lang="en-US" sz="2848"/>
              <a:t>Együttműködés</a:t>
            </a:r>
            <a:endParaRPr sz="2848"/>
          </a:p>
        </p:txBody>
      </p:sp>
      <p:sp>
        <p:nvSpPr>
          <p:cNvPr id="433" name="Google Shape;433;g288eca47beb_4_79"/>
          <p:cNvSpPr/>
          <p:nvPr/>
        </p:nvSpPr>
        <p:spPr>
          <a:xfrm>
            <a:off x="2201725" y="1639950"/>
            <a:ext cx="1471500" cy="16113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34" name="Google Shape;434;g288eca47beb_4_79"/>
          <p:cNvSpPr txBox="1"/>
          <p:nvPr>
            <p:ph idx="1" type="body"/>
          </p:nvPr>
        </p:nvSpPr>
        <p:spPr>
          <a:xfrm>
            <a:off x="2201725" y="1899575"/>
            <a:ext cx="5833500" cy="1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Felelős e valaki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magántulajdon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megrongálásáért?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</a:pPr>
            <a:r>
              <a:t/>
            </a:r>
            <a:endParaRPr sz="1351"/>
          </a:p>
        </p:txBody>
      </p:sp>
      <p:sp>
        <p:nvSpPr>
          <p:cNvPr id="435" name="Google Shape;435;g288eca47beb_4_79"/>
          <p:cNvSpPr/>
          <p:nvPr/>
        </p:nvSpPr>
        <p:spPr>
          <a:xfrm>
            <a:off x="2649275" y="1755263"/>
            <a:ext cx="144300" cy="144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"/>
          <p:cNvSpPr txBox="1"/>
          <p:nvPr>
            <p:ph type="ctrTitle"/>
          </p:nvPr>
        </p:nvSpPr>
        <p:spPr>
          <a:xfrm>
            <a:off x="1545336" y="2719316"/>
            <a:ext cx="4550664" cy="14193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/>
              <a:t>KÖSZÖNÖM A FIGYELMET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2023-10-02T19:06:39Z</dcterms:created>
  <dc:creator>Dénes Pócsik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