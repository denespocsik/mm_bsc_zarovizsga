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09DC-E8CD-F221-6834-5EEEB00C5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DF2A2-F78A-E4A2-2B8E-1EFDA13DE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662B-95B5-DFC2-55C4-10BFFD66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A1DCF-2D48-80A7-7221-C1F8D527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B798-C5E1-1A71-CC07-163D489E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1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75C5-8B1E-87F5-934A-97B7B959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9CA87-5570-6823-38DB-2C5D21C70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0AC15-4E4D-1D8A-E317-941BF745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77860-96C1-C917-D084-1688FF2F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8A672-6E01-BB49-9988-E54666D8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7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4211-BBC3-305E-CDB4-D24CEBAF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2DC76-A92A-8091-5523-FB20F64D5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1916-DD31-560E-776D-3B28C920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FD68A-FBDC-0753-823B-23E286E9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0F1D-BA0E-6174-AB43-35E84A60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93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FB74-E07B-E289-8A19-E39BF52B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9ADC-D9EC-EFDF-110E-929E33BDE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524C4-592A-1BF6-221F-709999627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0500-566B-7797-28A0-13ACEC84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CD6D6-9C51-5FC2-1098-B0ADD6FD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471C0-F8F7-EA73-B58B-69672AB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6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2610-B5A2-BB1D-DA89-20D86004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AD9C-2E61-D4ED-0814-2CC9B64FD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7BFD6-FEC4-4F75-D293-58D3B4F2E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62A33-0E6B-2BB7-AEA8-CBFEF9FB9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306E0-59CC-DC65-B9A8-6F90FBE3C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FFE00-9D73-DC85-ED7A-81110EE1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DED50-849D-5A16-D9E7-D19E93F3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B58D8-C822-62FF-F710-4DF44AA8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0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8995-60DE-B9E7-360E-5589EE1A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81C39-337C-5141-41C3-9F74FD97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77E3B-94F4-F61A-AD58-C482AF10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56796-9522-EB03-5B49-55EC9CF5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D2BF6-107F-F7B0-ED8C-95EAADD8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E1CF5-CD46-1DAF-6E65-256BD705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2E00B-343D-A79A-81BB-7A9397D0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1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C1E0-227F-D383-EC34-E5F1C2EE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645CF-4612-9056-EC36-908F3D67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73B11-1FBB-FB9D-B25D-46C4FA556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CD4-67C7-0241-9B2F-B69129A3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0C92B-1171-5196-F264-5F25406F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83D5-2066-79E3-971A-BDA85B9C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0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7E7A-2DBD-0F10-9811-4ED8B278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FB660-7A17-D586-9F89-F15F7CEF5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312CF-1356-AA4E-A3DC-5F2ECC213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0A0C8-3176-B354-AF07-7FDEBC95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E9E8-D540-4AC9-79B1-AFE1B53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F6226-6A4E-F847-59A9-411AA403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6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C314-6500-A660-FC51-ED20FF8E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D7B6C-1934-7C7C-3AC7-F84E08F4E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833D-2034-B9C2-66F5-F8822B41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1A5EA-7742-0D32-5C05-ABBE0C0C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6FB6-9588-F328-9543-F353005A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D7D09-0B82-13F0-5F66-752CEEC0D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6346B-EEB6-0788-DE7E-1ADBD9E01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875E-D97D-D124-67AB-5910E1FE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BEA28-791F-4FB0-9B8A-8D5A615A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EA96-46BD-610F-59A8-DA4B7ECD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0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2CD09-BAAF-0F1A-CC71-31C32903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A40D9-6DDF-AAF0-B6FA-767E220D5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44BB3-8835-F41C-4F98-692612F01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44B9F-125B-43DD-A2EC-2CB33B516486}" type="datetimeFigureOut">
              <a:rPr lang="en-US" smtClean="0"/>
              <a:t>2023-10-02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73268-36EF-63EF-500D-97DF30D1F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E38DC-F263-79D8-3B73-DCC96B14A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E2141-A8A2-42DE-BD1C-5E258BB0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7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E4E3-8B19-4AD7-C831-2D8D351708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1A303-BBD0-1B5E-70C0-6533A3971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C143A-1EB3-65ED-35D2-26FF9E943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13"/>
            <a:ext cx="12192000" cy="677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4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CFAE-8F74-2189-B1CA-4F6A51E1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FF23-4826-1A92-44BB-16FEA736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7F194-BBFE-DAF8-3C8D-D14037A35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50"/>
            <a:ext cx="12192000" cy="65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6AF-619B-881A-B93E-A3B2FA92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40EF-A3CA-F40B-8186-A6F623BA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0F24C-5058-6EA3-32BB-8C9A49D2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2"/>
            <a:ext cx="12192000" cy="683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E64E-AFF0-3F54-C24A-CD6A113A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3134E-99A6-9DB4-A2F3-03500D0E1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A80BA-F02B-5E6B-D960-88F9E9FD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719"/>
            <a:ext cx="12192000" cy="63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5301-4B86-69F1-DFBC-CF2D4587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Asszertív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BCB9B-3C6C-E3C6-EBE1-35E8D88D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2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17B9E-3BBA-1A06-C249-7A8A11D6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4A7AC-9DB3-1F22-B50A-D74FE1A8F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58411-A650-81AD-44BA-7E2EAAB08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27"/>
            <a:ext cx="12192000" cy="679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8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1ACB-85F1-70B7-2556-59F66CD6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0C67-607D-7630-36F1-81BC2E93C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E5467-B383-EC38-CDE0-DCCAD002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"/>
            <a:ext cx="12192000" cy="68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4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AD74-DFB8-23A5-60B1-E4D7ADA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F211-EC34-29EA-85FD-7A7855DE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58044-74D5-48D8-A38E-C4A56655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44"/>
            <a:ext cx="12192000" cy="68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Asszertív kommunikáció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Dénes Pócsik</dc:creator>
  <cp:lastModifiedBy>Dénes Pócsik</cp:lastModifiedBy>
  <cp:revision>1</cp:revision>
  <dcterms:created xsi:type="dcterms:W3CDTF">2023-10-02T20:07:45Z</dcterms:created>
  <dcterms:modified xsi:type="dcterms:W3CDTF">2023-10-02T20:08:12Z</dcterms:modified>
</cp:coreProperties>
</file>